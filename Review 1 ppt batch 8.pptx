
<file path=[Content_Types].xml><?xml version="1.0" encoding="utf-8"?>
<Types xmlns="http://schemas.openxmlformats.org/package/2006/content-types">
  <Override PartName="/ppt/slideMasters/slideMaster3.xml" ContentType="application/vnd.openxmlformats-officedocument.presentationml.slideMaster+xml"/>
  <Override PartName="/ppt/slides/slide6.xml" ContentType="application/vnd.openxmlformats-officedocument.presentationml.slide+xml"/>
  <Override PartName="/ppt/slideLayouts/slideLayout8.xml" ContentType="application/vnd.openxmlformats-officedocument.presentationml.slideLayout+xml"/>
  <Override PartName="/ppt/theme/theme5.xml" ContentType="application/vnd.openxmlformats-officedocument.theme+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theme/theme3.xml" ContentType="application/vnd.openxmlformats-officedocument.theme+xml"/>
  <Override PartName="/ppt/slides/slide2.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slides/slide14.xml" ContentType="application/vnd.openxmlformats-officedocument.presentationml.slide+xml"/>
  <Override PartName="/ppt/notesMasters/notesMaster1.xml" ContentType="application/vnd.openxmlformats-officedocument.presentationml.notesMaster+xml"/>
  <Override PartName="/ppt/notesSlides/notesSlide16.xml" ContentType="application/vnd.openxmlformats-officedocument.presentationml.notes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ustom.xml" ContentType="application/vnd.openxmlformats-officedocument.custom-properties+xml"/>
  <Override PartName="/ppt/slideLayouts/slideLayout10.xml" ContentType="application/vnd.openxmlformats-officedocument.presentationml.slideLayout+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handoutMasters/handoutMaster1.xml" ContentType="application/vnd.openxmlformats-officedocument.presentationml.handoutMaster+xml"/>
  <Override PartName="/ppt/viewProps.xml" ContentType="application/vnd.openxmlformats-officedocument.presentationml.viewProps+xml"/>
  <Override PartName="/ppt/slideLayouts/slideLayout9.xml" ContentType="application/vnd.openxmlformats-officedocument.presentationml.slideLayout+xml"/>
  <Override PartName="/ppt/theme/theme6.xml" ContentType="application/vnd.openxmlformats-officedocument.theme+xml"/>
  <Override PartName="/ppt/theme/theme7.xml" ContentType="application/vnd.openxmlformats-officedocument.them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ppt/slideMasters/slideMaster2.xml" ContentType="application/vnd.openxmlformats-officedocument.presentationml.slideMaster+xml"/>
  <Override PartName="/ppt/slides/slide5.xml" ContentType="application/vnd.openxmlformats-officedocument.presentationml.slide+xml"/>
  <Override PartName="/ppt/slideLayouts/slideLayout7.xml" ContentType="application/vnd.openxmlformats-officedocument.presentationml.slideLayout+xml"/>
  <Override PartName="/ppt/theme/theme4.xml" ContentType="application/vnd.openxmlformats-officedocument.theme+xml"/>
  <Override PartName="/ppt/notesSlides/notesSlide1.xml" ContentType="application/vnd.openxmlformats-officedocument.presentationml.notesSlide+xml"/>
  <Default Extension="png" ContentType="image/png"/>
  <Override PartName="/ppt/notesSlides/notesSlide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Default Extension="jpeg" ContentType="image/jpeg"/>
  <Override PartName="/ppt/slideLayouts/slideLayout3.xml" ContentType="application/vnd.openxmlformats-officedocument.presentationml.slideLayout+xml"/>
  <Override PartName="/ppt/notesSlides/notesSlide17.xml" ContentType="application/vnd.openxmlformats-officedocument.presentationml.notesSlide+xml"/>
  <Override PartName="/ppt/presentation.xml" ContentType="application/vnd.openxmlformats-officedocument.presentationml.presentation.main+xml"/>
  <Override PartName="/ppt/slides/slide13.xml" ContentType="application/vnd.openxmlformats-officedocument.presentationml.slide+xml"/>
  <Override PartName="/ppt/slideLayouts/slideLayout1.xml" ContentType="application/vnd.openxmlformats-officedocument.presentationml.slideLayout+xml"/>
  <Override PartName="/ppt/notesSlides/notesSlide15.xml" ContentType="application/vnd.openxmlformats-officedocument.presentationml.notesSlide+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autoCompressPictures="0">
  <p:sldMasterIdLst>
    <p:sldMasterId id="2147483648" r:id="rId1"/>
    <p:sldMasterId id="2147483650" r:id="rId2"/>
    <p:sldMasterId id="2147483658" r:id="rId3"/>
    <p:sldMasterId id="2147483660" r:id="rId4"/>
    <p:sldMasterId id="2147483662" r:id="rId5"/>
  </p:sldMasterIdLst>
  <p:notesMasterIdLst>
    <p:notesMasterId r:id="rId23"/>
  </p:notesMasterIdLst>
  <p:handoutMasterIdLst>
    <p:handoutMasterId r:id="rId24"/>
  </p:handoutMasterIdLst>
  <p:sldIdLst>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CE9D305-B1F9-4450-9F5A-3FB3B07BF5B3}" styleName="Table_0">
    <a:wholeTbl>
      <a:tcTxStyle>
        <a:font>
          <a:latin typeface="Arial"/>
          <a:ea typeface="Arial"/>
          <a:cs typeface="Arial"/>
        </a:font>
        <a:srgbClr val="000000"/>
      </a:tcTxStyle>
      <a:tcStyle>
        <a:tcBdr/>
      </a:tcStyle>
    </a:wholeTbl>
    <a:band1H>
      <a:tcStyle>
        <a:tcBdr/>
      </a:tcStyle>
    </a:band1H>
    <a:band2H>
      <a:tcStyle>
        <a:tcBdr/>
      </a:tcStyle>
    </a:band2H>
    <a:band1V>
      <a:tcStyle>
        <a:tcBdr/>
      </a:tcStyle>
    </a:band1V>
    <a:band2V>
      <a:tcStyle>
        <a:tcBdr/>
      </a:tcStyle>
    </a:band2V>
    <a:lastCol>
      <a:tcStyle>
        <a:tcBdr/>
      </a:tcStyle>
    </a:lastCol>
    <a:firstCol>
      <a:tcStyle>
        <a:tcBdr/>
      </a:tcStyle>
    </a:firstCol>
    <a:lastRow>
      <a:tcStyle>
        <a:tcBdr/>
      </a:tcStyle>
    </a:lastRow>
    <a:seCell>
      <a:tcStyle>
        <a:tcBdr/>
      </a:tcStyle>
    </a:seCell>
    <a:swCell>
      <a:tcStyle>
        <a:tcBdr/>
      </a:tcStyle>
    </a:swCell>
    <a:firstRow>
      <a:tcStyle>
        <a:tcBdr/>
      </a:tcStyle>
    </a:firstRow>
    <a:neCell>
      <a:tcStyle>
        <a:tcBdr/>
      </a:tcStyle>
    </a:neCell>
    <a:nwCell>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68" d="100"/>
          <a:sy n="68" d="100"/>
        </p:scale>
        <p:origin x="-798" y="-96"/>
      </p:cViewPr>
      <p:guideLst>
        <p:guide orient="horz" pos="2160"/>
        <p:guide pos="384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viewProps" Target="viewProps.xml"/><Relationship Id="rId3" Type="http://schemas.openxmlformats.org/officeDocument/2006/relationships/slideMaster" Target="slideMasters/slideMaster3.xml"/><Relationship Id="rId21" Type="http://schemas.openxmlformats.org/officeDocument/2006/relationships/slide" Target="slides/slide16.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1.xml"/><Relationship Id="rId20" Type="http://schemas.openxmlformats.org/officeDocument/2006/relationships/slide" Target="slides/slide15.xml"/><Relationship Id="rId1" Type="http://schemas.openxmlformats.org/officeDocument/2006/relationships/slideMaster" Target="slideMasters/slideMaster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handoutMaster" Target="handoutMasters/handoutMaster1.xml"/><Relationship Id="rId5" Type="http://schemas.openxmlformats.org/officeDocument/2006/relationships/slideMaster" Target="slideMasters/slideMaster5.xml"/><Relationship Id="rId15" Type="http://schemas.openxmlformats.org/officeDocument/2006/relationships/slide" Target="slides/slide10.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5.xml"/><Relationship Id="rId19" Type="http://schemas.openxmlformats.org/officeDocument/2006/relationships/slide" Target="slides/slide14.xml"/><Relationship Id="rId4" Type="http://schemas.openxmlformats.org/officeDocument/2006/relationships/slideMaster" Target="slideMasters/slideMaster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7.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96C064A-D61B-4B21-B757-51A9B82445B8}" type="datetimeFigureOut">
              <a:rPr lang="en-US" smtClean="0"/>
              <a:pPr/>
              <a:t>12/29/2025</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0305E07-67EA-4042-A3F6-853A8AD8D209}" type="slidenum">
              <a:rPr lang="en-US" smtClean="0"/>
              <a:pPr/>
              <a:t>‹#›</a:t>
            </a:fld>
            <a:endParaRPr 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SzPts val="1400"/>
              <a:buNone/>
              <a:defRPr sz="1800" b="0" i="0" u="none" strike="noStrike" cap="none">
                <a:solidFill>
                  <a:srgbClr val="000000"/>
                </a:solidFill>
                <a:latin typeface="Palatino Linotype"/>
                <a:ea typeface="Palatino Linotype"/>
                <a:cs typeface="Palatino Linotype"/>
                <a:sym typeface="Palatino Linotype"/>
              </a:defRPr>
            </a:lvl1pPr>
            <a:lvl2pPr marR="0" lvl="1" algn="l" rtl="0">
              <a:lnSpc>
                <a:spcPct val="100000"/>
              </a:lnSpc>
              <a:spcBef>
                <a:spcPts val="0"/>
              </a:spcBef>
              <a:spcAft>
                <a:spcPts val="0"/>
              </a:spcAft>
              <a:buSzPts val="1400"/>
              <a:buNone/>
              <a:defRPr sz="1800" b="0" i="0" u="none" strike="noStrike" cap="none">
                <a:solidFill>
                  <a:srgbClr val="000000"/>
                </a:solidFill>
                <a:latin typeface="Palatino Linotype"/>
                <a:ea typeface="Palatino Linotype"/>
                <a:cs typeface="Palatino Linotype"/>
                <a:sym typeface="Palatino Linotype"/>
              </a:defRPr>
            </a:lvl2pPr>
            <a:lvl3pPr marR="0" lvl="2" algn="l" rtl="0">
              <a:lnSpc>
                <a:spcPct val="100000"/>
              </a:lnSpc>
              <a:spcBef>
                <a:spcPts val="0"/>
              </a:spcBef>
              <a:spcAft>
                <a:spcPts val="0"/>
              </a:spcAft>
              <a:buSzPts val="1400"/>
              <a:buNone/>
              <a:defRPr sz="1800" b="0" i="0" u="none" strike="noStrike" cap="none">
                <a:solidFill>
                  <a:srgbClr val="000000"/>
                </a:solidFill>
                <a:latin typeface="Palatino Linotype"/>
                <a:ea typeface="Palatino Linotype"/>
                <a:cs typeface="Palatino Linotype"/>
                <a:sym typeface="Palatino Linotype"/>
              </a:defRPr>
            </a:lvl3pPr>
            <a:lvl4pPr marR="0" lvl="3" algn="l" rtl="0">
              <a:lnSpc>
                <a:spcPct val="100000"/>
              </a:lnSpc>
              <a:spcBef>
                <a:spcPts val="0"/>
              </a:spcBef>
              <a:spcAft>
                <a:spcPts val="0"/>
              </a:spcAft>
              <a:buSzPts val="1400"/>
              <a:buNone/>
              <a:defRPr sz="1800" b="0" i="0" u="none" strike="noStrike" cap="none">
                <a:solidFill>
                  <a:srgbClr val="000000"/>
                </a:solidFill>
                <a:latin typeface="Palatino Linotype"/>
                <a:ea typeface="Palatino Linotype"/>
                <a:cs typeface="Palatino Linotype"/>
                <a:sym typeface="Palatino Linotype"/>
              </a:defRPr>
            </a:lvl4pPr>
            <a:lvl5pPr marR="0" lvl="4" algn="l" rtl="0">
              <a:lnSpc>
                <a:spcPct val="100000"/>
              </a:lnSpc>
              <a:spcBef>
                <a:spcPts val="0"/>
              </a:spcBef>
              <a:spcAft>
                <a:spcPts val="0"/>
              </a:spcAft>
              <a:buSzPts val="1400"/>
              <a:buNone/>
              <a:defRPr sz="1800" b="0" i="0" u="none" strike="noStrike" cap="none">
                <a:solidFill>
                  <a:srgbClr val="000000"/>
                </a:solidFill>
                <a:latin typeface="Palatino Linotype"/>
                <a:ea typeface="Palatino Linotype"/>
                <a:cs typeface="Palatino Linotype"/>
                <a:sym typeface="Palatino Linotype"/>
              </a:defRPr>
            </a:lvl5pPr>
            <a:lvl6pPr marR="0" lvl="5" algn="l" rtl="0">
              <a:lnSpc>
                <a:spcPct val="100000"/>
              </a:lnSpc>
              <a:spcBef>
                <a:spcPts val="0"/>
              </a:spcBef>
              <a:spcAft>
                <a:spcPts val="0"/>
              </a:spcAft>
              <a:buSzPts val="1400"/>
              <a:buNone/>
              <a:defRPr sz="1800" b="0" i="0" u="none" strike="noStrike" cap="none">
                <a:solidFill>
                  <a:srgbClr val="000000"/>
                </a:solidFill>
                <a:latin typeface="Palatino Linotype"/>
                <a:ea typeface="Palatino Linotype"/>
                <a:cs typeface="Palatino Linotype"/>
                <a:sym typeface="Palatino Linotype"/>
              </a:defRPr>
            </a:lvl6pPr>
            <a:lvl7pPr marR="0" lvl="6" algn="l" rtl="0">
              <a:lnSpc>
                <a:spcPct val="100000"/>
              </a:lnSpc>
              <a:spcBef>
                <a:spcPts val="0"/>
              </a:spcBef>
              <a:spcAft>
                <a:spcPts val="0"/>
              </a:spcAft>
              <a:buSzPts val="1400"/>
              <a:buNone/>
              <a:defRPr sz="1800" b="0" i="0" u="none" strike="noStrike" cap="none">
                <a:solidFill>
                  <a:srgbClr val="000000"/>
                </a:solidFill>
                <a:latin typeface="Palatino Linotype"/>
                <a:ea typeface="Palatino Linotype"/>
                <a:cs typeface="Palatino Linotype"/>
                <a:sym typeface="Palatino Linotype"/>
              </a:defRPr>
            </a:lvl7pPr>
            <a:lvl8pPr marR="0" lvl="7" algn="l" rtl="0">
              <a:lnSpc>
                <a:spcPct val="100000"/>
              </a:lnSpc>
              <a:spcBef>
                <a:spcPts val="0"/>
              </a:spcBef>
              <a:spcAft>
                <a:spcPts val="0"/>
              </a:spcAft>
              <a:buSzPts val="1400"/>
              <a:buNone/>
              <a:defRPr sz="1800" b="0" i="0" u="none" strike="noStrike" cap="none">
                <a:solidFill>
                  <a:srgbClr val="000000"/>
                </a:solidFill>
                <a:latin typeface="Palatino Linotype"/>
                <a:ea typeface="Palatino Linotype"/>
                <a:cs typeface="Palatino Linotype"/>
                <a:sym typeface="Palatino Linotype"/>
              </a:defRPr>
            </a:lvl8pPr>
            <a:lvl9pPr marR="0" lvl="8" algn="l" rtl="0">
              <a:lnSpc>
                <a:spcPct val="100000"/>
              </a:lnSpc>
              <a:spcBef>
                <a:spcPts val="0"/>
              </a:spcBef>
              <a:spcAft>
                <a:spcPts val="0"/>
              </a:spcAft>
              <a:buSzPts val="1400"/>
              <a:buNone/>
              <a:defRPr sz="1800" b="0" i="0" u="none" strike="noStrike" cap="none">
                <a:solidFill>
                  <a:srgbClr val="000000"/>
                </a:solidFill>
                <a:latin typeface="Palatino Linotype"/>
                <a:ea typeface="Palatino Linotype"/>
                <a:cs typeface="Palatino Linotype"/>
                <a:sym typeface="Palatino Linotype"/>
              </a:defRPr>
            </a:lvl9pPr>
          </a:lstStyle>
          <a:p>
            <a:endParaRPr/>
          </a:p>
        </p:txBody>
      </p:sp>
      <p:sp>
        <p:nvSpPr>
          <p:cNvPr id="4" name="Google Shape;4;n"/>
          <p:cNvSpPr txBox="1">
            <a:spLocks noGrp="1"/>
          </p:cNvSpPr>
          <p:nvPr>
            <p:ph type="dt" idx="10"/>
          </p:nvPr>
        </p:nvSpPr>
        <p:spPr>
          <a:xfrm>
            <a:off x="3884612" y="0"/>
            <a:ext cx="2971800" cy="458700"/>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SzPts val="1400"/>
              <a:buNone/>
              <a:defRPr sz="1200" b="0" i="0" u="none" strike="noStrike" cap="none">
                <a:solidFill>
                  <a:srgbClr val="000000"/>
                </a:solidFill>
                <a:latin typeface="Century Gothic"/>
                <a:ea typeface="Century Gothic"/>
                <a:cs typeface="Century Gothic"/>
                <a:sym typeface="Century Gothic"/>
              </a:defRPr>
            </a:lvl1pPr>
            <a:lvl2pPr marR="0" lvl="1" algn="l" rtl="0">
              <a:lnSpc>
                <a:spcPct val="100000"/>
              </a:lnSpc>
              <a:spcBef>
                <a:spcPts val="0"/>
              </a:spcBef>
              <a:spcAft>
                <a:spcPts val="0"/>
              </a:spcAft>
              <a:buSzPts val="1400"/>
              <a:buNone/>
              <a:defRPr sz="1800" b="0" i="0" u="none" strike="noStrike" cap="none">
                <a:solidFill>
                  <a:srgbClr val="000000"/>
                </a:solidFill>
                <a:latin typeface="Palatino Linotype"/>
                <a:ea typeface="Palatino Linotype"/>
                <a:cs typeface="Palatino Linotype"/>
                <a:sym typeface="Palatino Linotype"/>
              </a:defRPr>
            </a:lvl2pPr>
            <a:lvl3pPr marR="0" lvl="2" algn="l" rtl="0">
              <a:lnSpc>
                <a:spcPct val="100000"/>
              </a:lnSpc>
              <a:spcBef>
                <a:spcPts val="0"/>
              </a:spcBef>
              <a:spcAft>
                <a:spcPts val="0"/>
              </a:spcAft>
              <a:buSzPts val="1400"/>
              <a:buNone/>
              <a:defRPr sz="1800" b="0" i="0" u="none" strike="noStrike" cap="none">
                <a:solidFill>
                  <a:srgbClr val="000000"/>
                </a:solidFill>
                <a:latin typeface="Palatino Linotype"/>
                <a:ea typeface="Palatino Linotype"/>
                <a:cs typeface="Palatino Linotype"/>
                <a:sym typeface="Palatino Linotype"/>
              </a:defRPr>
            </a:lvl3pPr>
            <a:lvl4pPr marR="0" lvl="3" algn="l" rtl="0">
              <a:lnSpc>
                <a:spcPct val="100000"/>
              </a:lnSpc>
              <a:spcBef>
                <a:spcPts val="0"/>
              </a:spcBef>
              <a:spcAft>
                <a:spcPts val="0"/>
              </a:spcAft>
              <a:buSzPts val="1400"/>
              <a:buNone/>
              <a:defRPr sz="1800" b="0" i="0" u="none" strike="noStrike" cap="none">
                <a:solidFill>
                  <a:srgbClr val="000000"/>
                </a:solidFill>
                <a:latin typeface="Palatino Linotype"/>
                <a:ea typeface="Palatino Linotype"/>
                <a:cs typeface="Palatino Linotype"/>
                <a:sym typeface="Palatino Linotype"/>
              </a:defRPr>
            </a:lvl4pPr>
            <a:lvl5pPr marR="0" lvl="4" algn="l" rtl="0">
              <a:lnSpc>
                <a:spcPct val="100000"/>
              </a:lnSpc>
              <a:spcBef>
                <a:spcPts val="0"/>
              </a:spcBef>
              <a:spcAft>
                <a:spcPts val="0"/>
              </a:spcAft>
              <a:buSzPts val="1400"/>
              <a:buNone/>
              <a:defRPr sz="1800" b="0" i="0" u="none" strike="noStrike" cap="none">
                <a:solidFill>
                  <a:srgbClr val="000000"/>
                </a:solidFill>
                <a:latin typeface="Palatino Linotype"/>
                <a:ea typeface="Palatino Linotype"/>
                <a:cs typeface="Palatino Linotype"/>
                <a:sym typeface="Palatino Linotype"/>
              </a:defRPr>
            </a:lvl5pPr>
            <a:lvl6pPr marR="0" lvl="5" algn="l" rtl="0">
              <a:lnSpc>
                <a:spcPct val="100000"/>
              </a:lnSpc>
              <a:spcBef>
                <a:spcPts val="0"/>
              </a:spcBef>
              <a:spcAft>
                <a:spcPts val="0"/>
              </a:spcAft>
              <a:buSzPts val="1400"/>
              <a:buNone/>
              <a:defRPr sz="1800" b="0" i="0" u="none" strike="noStrike" cap="none">
                <a:solidFill>
                  <a:srgbClr val="000000"/>
                </a:solidFill>
                <a:latin typeface="Palatino Linotype"/>
                <a:ea typeface="Palatino Linotype"/>
                <a:cs typeface="Palatino Linotype"/>
                <a:sym typeface="Palatino Linotype"/>
              </a:defRPr>
            </a:lvl6pPr>
            <a:lvl7pPr marR="0" lvl="6" algn="l" rtl="0">
              <a:lnSpc>
                <a:spcPct val="100000"/>
              </a:lnSpc>
              <a:spcBef>
                <a:spcPts val="0"/>
              </a:spcBef>
              <a:spcAft>
                <a:spcPts val="0"/>
              </a:spcAft>
              <a:buSzPts val="1400"/>
              <a:buNone/>
              <a:defRPr sz="1800" b="0" i="0" u="none" strike="noStrike" cap="none">
                <a:solidFill>
                  <a:srgbClr val="000000"/>
                </a:solidFill>
                <a:latin typeface="Palatino Linotype"/>
                <a:ea typeface="Palatino Linotype"/>
                <a:cs typeface="Palatino Linotype"/>
                <a:sym typeface="Palatino Linotype"/>
              </a:defRPr>
            </a:lvl7pPr>
            <a:lvl8pPr marR="0" lvl="7" algn="l" rtl="0">
              <a:lnSpc>
                <a:spcPct val="100000"/>
              </a:lnSpc>
              <a:spcBef>
                <a:spcPts val="0"/>
              </a:spcBef>
              <a:spcAft>
                <a:spcPts val="0"/>
              </a:spcAft>
              <a:buSzPts val="1400"/>
              <a:buNone/>
              <a:defRPr sz="1800" b="0" i="0" u="none" strike="noStrike" cap="none">
                <a:solidFill>
                  <a:srgbClr val="000000"/>
                </a:solidFill>
                <a:latin typeface="Palatino Linotype"/>
                <a:ea typeface="Palatino Linotype"/>
                <a:cs typeface="Palatino Linotype"/>
                <a:sym typeface="Palatino Linotype"/>
              </a:defRPr>
            </a:lvl8pPr>
            <a:lvl9pPr marR="0" lvl="8" algn="l" rtl="0">
              <a:lnSpc>
                <a:spcPct val="100000"/>
              </a:lnSpc>
              <a:spcBef>
                <a:spcPts val="0"/>
              </a:spcBef>
              <a:spcAft>
                <a:spcPts val="0"/>
              </a:spcAft>
              <a:buSzPts val="1400"/>
              <a:buNone/>
              <a:defRPr sz="1800" b="0" i="0" u="none" strike="noStrike" cap="none">
                <a:solidFill>
                  <a:srgbClr val="000000"/>
                </a:solidFill>
                <a:latin typeface="Palatino Linotype"/>
                <a:ea typeface="Palatino Linotype"/>
                <a:cs typeface="Palatino Linotype"/>
                <a:sym typeface="Palatino Linotype"/>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
        <p:nvSpPr>
          <p:cNvPr id="6" name="Google Shape;6;n"/>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800" b="0" i="0" u="none" strike="noStrike" cap="none"/>
            </a:lvl1pPr>
            <a:lvl2pPr marL="914400" marR="0" lvl="1" indent="-228600" algn="l" rtl="0">
              <a:spcBef>
                <a:spcPts val="0"/>
              </a:spcBef>
              <a:spcAft>
                <a:spcPts val="0"/>
              </a:spcAft>
              <a:buSzPts val="1400"/>
              <a:buNone/>
              <a:defRPr sz="1800" b="0" i="0" u="none" strike="noStrike" cap="none"/>
            </a:lvl2pPr>
            <a:lvl3pPr marL="1371600" marR="0" lvl="2" indent="-228600" algn="l" rtl="0">
              <a:spcBef>
                <a:spcPts val="0"/>
              </a:spcBef>
              <a:spcAft>
                <a:spcPts val="0"/>
              </a:spcAft>
              <a:buSzPts val="1400"/>
              <a:buNone/>
              <a:defRPr sz="1800" b="0" i="0" u="none" strike="noStrike" cap="none"/>
            </a:lvl3pPr>
            <a:lvl4pPr marL="1828800" marR="0" lvl="3" indent="-228600" algn="l" rtl="0">
              <a:spcBef>
                <a:spcPts val="0"/>
              </a:spcBef>
              <a:spcAft>
                <a:spcPts val="0"/>
              </a:spcAft>
              <a:buSzPts val="1400"/>
              <a:buNone/>
              <a:defRPr sz="1800" b="0" i="0" u="none" strike="noStrike" cap="none"/>
            </a:lvl4pPr>
            <a:lvl5pPr marL="2286000" marR="0" lvl="4" indent="-228600" algn="l" rtl="0">
              <a:spcBef>
                <a:spcPts val="0"/>
              </a:spcBef>
              <a:spcAft>
                <a:spcPts val="0"/>
              </a:spcAft>
              <a:buSzPts val="1400"/>
              <a:buNone/>
              <a:defRPr sz="1800" b="0" i="0" u="none" strike="noStrike" cap="none"/>
            </a:lvl5pPr>
            <a:lvl6pPr marL="2743200" marR="0" lvl="5" indent="-228600" algn="l" rtl="0">
              <a:spcBef>
                <a:spcPts val="0"/>
              </a:spcBef>
              <a:spcAft>
                <a:spcPts val="0"/>
              </a:spcAft>
              <a:buSzPts val="1400"/>
              <a:buNone/>
              <a:defRPr sz="1800" b="0" i="0" u="none" strike="noStrike" cap="none"/>
            </a:lvl6pPr>
            <a:lvl7pPr marL="3200400" marR="0" lvl="6" indent="-228600" algn="l" rtl="0">
              <a:spcBef>
                <a:spcPts val="0"/>
              </a:spcBef>
              <a:spcAft>
                <a:spcPts val="0"/>
              </a:spcAft>
              <a:buSzPts val="1400"/>
              <a:buNone/>
              <a:defRPr sz="1800" b="0" i="0" u="none" strike="noStrike" cap="none"/>
            </a:lvl7pPr>
            <a:lvl8pPr marL="3657600" marR="0" lvl="7" indent="-228600" algn="l" rtl="0">
              <a:spcBef>
                <a:spcPts val="0"/>
              </a:spcBef>
              <a:spcAft>
                <a:spcPts val="0"/>
              </a:spcAft>
              <a:buSzPts val="1400"/>
              <a:buNone/>
              <a:defRPr sz="1800" b="0" i="0" u="none" strike="noStrike" cap="none"/>
            </a:lvl8pPr>
            <a:lvl9pPr marL="4114800" marR="0" lvl="8" indent="-228600" algn="l" rtl="0">
              <a:spcBef>
                <a:spcPts val="0"/>
              </a:spcBef>
              <a:spcAft>
                <a:spcPts val="0"/>
              </a:spcAft>
              <a:buSzPts val="1400"/>
              <a:buNone/>
              <a:defRPr sz="1800" b="0" i="0" u="none" strike="noStrike" cap="none"/>
            </a:lvl9pPr>
          </a:lstStyle>
          <a:p>
            <a:endParaRPr/>
          </a:p>
        </p:txBody>
      </p:sp>
      <p:sp>
        <p:nvSpPr>
          <p:cNvPr id="7" name="Google Shape;7;n"/>
          <p:cNvSpPr txBox="1">
            <a:spLocks noGrp="1"/>
          </p:cNvSpPr>
          <p:nvPr>
            <p:ph type="ftr" idx="11"/>
          </p:nvPr>
        </p:nvSpPr>
        <p:spPr>
          <a:xfrm>
            <a:off x="0" y="8685212"/>
            <a:ext cx="2971800" cy="458700"/>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SzPts val="1400"/>
              <a:buNone/>
              <a:defRPr sz="1800" b="0" i="0" u="none" strike="noStrike" cap="none">
                <a:solidFill>
                  <a:srgbClr val="000000"/>
                </a:solidFill>
                <a:latin typeface="Palatino Linotype"/>
                <a:ea typeface="Palatino Linotype"/>
                <a:cs typeface="Palatino Linotype"/>
                <a:sym typeface="Palatino Linotype"/>
              </a:defRPr>
            </a:lvl1pPr>
            <a:lvl2pPr marR="0" lvl="1" algn="l" rtl="0">
              <a:lnSpc>
                <a:spcPct val="100000"/>
              </a:lnSpc>
              <a:spcBef>
                <a:spcPts val="0"/>
              </a:spcBef>
              <a:spcAft>
                <a:spcPts val="0"/>
              </a:spcAft>
              <a:buSzPts val="1400"/>
              <a:buNone/>
              <a:defRPr sz="1800" b="0" i="0" u="none" strike="noStrike" cap="none">
                <a:solidFill>
                  <a:srgbClr val="000000"/>
                </a:solidFill>
                <a:latin typeface="Palatino Linotype"/>
                <a:ea typeface="Palatino Linotype"/>
                <a:cs typeface="Palatino Linotype"/>
                <a:sym typeface="Palatino Linotype"/>
              </a:defRPr>
            </a:lvl2pPr>
            <a:lvl3pPr marR="0" lvl="2" algn="l" rtl="0">
              <a:lnSpc>
                <a:spcPct val="100000"/>
              </a:lnSpc>
              <a:spcBef>
                <a:spcPts val="0"/>
              </a:spcBef>
              <a:spcAft>
                <a:spcPts val="0"/>
              </a:spcAft>
              <a:buSzPts val="1400"/>
              <a:buNone/>
              <a:defRPr sz="1800" b="0" i="0" u="none" strike="noStrike" cap="none">
                <a:solidFill>
                  <a:srgbClr val="000000"/>
                </a:solidFill>
                <a:latin typeface="Palatino Linotype"/>
                <a:ea typeface="Palatino Linotype"/>
                <a:cs typeface="Palatino Linotype"/>
                <a:sym typeface="Palatino Linotype"/>
              </a:defRPr>
            </a:lvl3pPr>
            <a:lvl4pPr marR="0" lvl="3" algn="l" rtl="0">
              <a:lnSpc>
                <a:spcPct val="100000"/>
              </a:lnSpc>
              <a:spcBef>
                <a:spcPts val="0"/>
              </a:spcBef>
              <a:spcAft>
                <a:spcPts val="0"/>
              </a:spcAft>
              <a:buSzPts val="1400"/>
              <a:buNone/>
              <a:defRPr sz="1800" b="0" i="0" u="none" strike="noStrike" cap="none">
                <a:solidFill>
                  <a:srgbClr val="000000"/>
                </a:solidFill>
                <a:latin typeface="Palatino Linotype"/>
                <a:ea typeface="Palatino Linotype"/>
                <a:cs typeface="Palatino Linotype"/>
                <a:sym typeface="Palatino Linotype"/>
              </a:defRPr>
            </a:lvl4pPr>
            <a:lvl5pPr marR="0" lvl="4" algn="l" rtl="0">
              <a:lnSpc>
                <a:spcPct val="100000"/>
              </a:lnSpc>
              <a:spcBef>
                <a:spcPts val="0"/>
              </a:spcBef>
              <a:spcAft>
                <a:spcPts val="0"/>
              </a:spcAft>
              <a:buSzPts val="1400"/>
              <a:buNone/>
              <a:defRPr sz="1800" b="0" i="0" u="none" strike="noStrike" cap="none">
                <a:solidFill>
                  <a:srgbClr val="000000"/>
                </a:solidFill>
                <a:latin typeface="Palatino Linotype"/>
                <a:ea typeface="Palatino Linotype"/>
                <a:cs typeface="Palatino Linotype"/>
                <a:sym typeface="Palatino Linotype"/>
              </a:defRPr>
            </a:lvl5pPr>
            <a:lvl6pPr marR="0" lvl="5" algn="l" rtl="0">
              <a:lnSpc>
                <a:spcPct val="100000"/>
              </a:lnSpc>
              <a:spcBef>
                <a:spcPts val="0"/>
              </a:spcBef>
              <a:spcAft>
                <a:spcPts val="0"/>
              </a:spcAft>
              <a:buSzPts val="1400"/>
              <a:buNone/>
              <a:defRPr sz="1800" b="0" i="0" u="none" strike="noStrike" cap="none">
                <a:solidFill>
                  <a:srgbClr val="000000"/>
                </a:solidFill>
                <a:latin typeface="Palatino Linotype"/>
                <a:ea typeface="Palatino Linotype"/>
                <a:cs typeface="Palatino Linotype"/>
                <a:sym typeface="Palatino Linotype"/>
              </a:defRPr>
            </a:lvl6pPr>
            <a:lvl7pPr marR="0" lvl="6" algn="l" rtl="0">
              <a:lnSpc>
                <a:spcPct val="100000"/>
              </a:lnSpc>
              <a:spcBef>
                <a:spcPts val="0"/>
              </a:spcBef>
              <a:spcAft>
                <a:spcPts val="0"/>
              </a:spcAft>
              <a:buSzPts val="1400"/>
              <a:buNone/>
              <a:defRPr sz="1800" b="0" i="0" u="none" strike="noStrike" cap="none">
                <a:solidFill>
                  <a:srgbClr val="000000"/>
                </a:solidFill>
                <a:latin typeface="Palatino Linotype"/>
                <a:ea typeface="Palatino Linotype"/>
                <a:cs typeface="Palatino Linotype"/>
                <a:sym typeface="Palatino Linotype"/>
              </a:defRPr>
            </a:lvl7pPr>
            <a:lvl8pPr marR="0" lvl="7" algn="l" rtl="0">
              <a:lnSpc>
                <a:spcPct val="100000"/>
              </a:lnSpc>
              <a:spcBef>
                <a:spcPts val="0"/>
              </a:spcBef>
              <a:spcAft>
                <a:spcPts val="0"/>
              </a:spcAft>
              <a:buSzPts val="1400"/>
              <a:buNone/>
              <a:defRPr sz="1800" b="0" i="0" u="none" strike="noStrike" cap="none">
                <a:solidFill>
                  <a:srgbClr val="000000"/>
                </a:solidFill>
                <a:latin typeface="Palatino Linotype"/>
                <a:ea typeface="Palatino Linotype"/>
                <a:cs typeface="Palatino Linotype"/>
                <a:sym typeface="Palatino Linotype"/>
              </a:defRPr>
            </a:lvl8pPr>
            <a:lvl9pPr marR="0" lvl="8" algn="l" rtl="0">
              <a:lnSpc>
                <a:spcPct val="100000"/>
              </a:lnSpc>
              <a:spcBef>
                <a:spcPts val="0"/>
              </a:spcBef>
              <a:spcAft>
                <a:spcPts val="0"/>
              </a:spcAft>
              <a:buSzPts val="1400"/>
              <a:buNone/>
              <a:defRPr sz="1800" b="0" i="0" u="none" strike="noStrike" cap="none">
                <a:solidFill>
                  <a:srgbClr val="000000"/>
                </a:solidFill>
                <a:latin typeface="Palatino Linotype"/>
                <a:ea typeface="Palatino Linotype"/>
                <a:cs typeface="Palatino Linotype"/>
                <a:sym typeface="Palatino Linotype"/>
              </a:defRPr>
            </a:lvl9pPr>
          </a:lstStyle>
          <a:p>
            <a:endParaRPr/>
          </a:p>
        </p:txBody>
      </p:sp>
      <p:sp>
        <p:nvSpPr>
          <p:cNvPr id="8" name="Google Shape;8;n"/>
          <p:cNvSpPr txBox="1">
            <a:spLocks noGrp="1"/>
          </p:cNvSpPr>
          <p:nvPr>
            <p:ph type="sldNum" idx="12"/>
          </p:nvPr>
        </p:nvSpPr>
        <p:spPr>
          <a:xfrm>
            <a:off x="3884612" y="8685212"/>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entury Gothic"/>
              <a:buNone/>
            </a:pPr>
            <a:fld id="{00000000-1234-1234-1234-123412341234}" type="slidenum">
              <a:rPr lang="en-US" sz="1200" b="0" i="0" u="none" strike="noStrike" cap="none">
                <a:solidFill>
                  <a:srgbClr val="000000"/>
                </a:solidFill>
                <a:latin typeface="Century Gothic"/>
                <a:ea typeface="Century Gothic"/>
                <a:cs typeface="Century Gothic"/>
                <a:sym typeface="Century Gothic"/>
              </a:rPr>
              <a:pPr marL="0" marR="0" lvl="0" indent="0" algn="r" rtl="0">
                <a:lnSpc>
                  <a:spcPct val="100000"/>
                </a:lnSpc>
                <a:spcBef>
                  <a:spcPts val="0"/>
                </a:spcBef>
                <a:spcAft>
                  <a:spcPts val="0"/>
                </a:spcAft>
                <a:buClr>
                  <a:srgbClr val="000000"/>
                </a:buClr>
                <a:buSzPts val="1200"/>
                <a:buFont typeface="Century Gothic"/>
                <a:buNone/>
              </a:pPr>
              <a:t>‹#›</a:t>
            </a:fld>
            <a:endParaRPr lang="en-US" sz="1200" b="0" i="0" u="none" strike="noStrike" cap="none">
              <a:solidFill>
                <a:srgbClr val="000000"/>
              </a:solidFill>
              <a:latin typeface="Century Gothic"/>
              <a:ea typeface="Century Gothic"/>
              <a:cs typeface="Century Gothic"/>
              <a:sym typeface="Century Gothic"/>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524288"/>
            <a:headEnd type="none" w="sm" len="sm"/>
            <a:tailEnd type="none" w="sm" len="sm"/>
          </a:ln>
        </p:spPr>
      </p:sp>
      <p:sp>
        <p:nvSpPr>
          <p:cNvPr id="135" name="Google Shape;135;p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6" name="Google Shape;136;p2:notes"/>
          <p:cNvSpPr txBox="1"/>
          <p:nvPr/>
        </p:nvSpPr>
        <p:spPr>
          <a:xfrm>
            <a:off x="3884612" y="8685212"/>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200"/>
              <a:buFont typeface="Century Gothic"/>
              <a:buNone/>
            </a:pPr>
            <a:fld id="{00000000-1234-1234-1234-123412341234}" type="slidenum">
              <a:rPr lang="en-US" sz="1200" b="0" i="0" u="none">
                <a:solidFill>
                  <a:schemeClr val="dk1"/>
                </a:solidFill>
                <a:latin typeface="Century Gothic"/>
                <a:ea typeface="Century Gothic"/>
                <a:cs typeface="Century Gothic"/>
                <a:sym typeface="Century Gothic"/>
              </a:rPr>
              <a:pPr marL="0" marR="0" lvl="0" indent="0" algn="r" rtl="0">
                <a:lnSpc>
                  <a:spcPct val="100000"/>
                </a:lnSpc>
                <a:spcBef>
                  <a:spcPts val="0"/>
                </a:spcBef>
                <a:spcAft>
                  <a:spcPts val="0"/>
                </a:spcAft>
                <a:buClr>
                  <a:schemeClr val="dk1"/>
                </a:buClr>
                <a:buSzPts val="1200"/>
                <a:buFont typeface="Century Gothic"/>
                <a:buNone/>
              </a:pPr>
              <a:t>1</a:t>
            </a:fld>
            <a:endParaRPr lang="en-US" sz="1200" b="0" i="0" u="none">
              <a:solidFill>
                <a:schemeClr val="dk1"/>
              </a:solidFill>
              <a:latin typeface="Century Gothic"/>
              <a:ea typeface="Century Gothic"/>
              <a:cs typeface="Century Gothic"/>
              <a:sym typeface="Century Gothic"/>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524288"/>
            <a:headEnd type="none" w="sm" len="sm"/>
            <a:tailEnd type="none" w="sm" len="sm"/>
          </a:ln>
        </p:spPr>
      </p:sp>
      <p:sp>
        <p:nvSpPr>
          <p:cNvPr id="143" name="Google Shape;143;p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4" name="Google Shape;144;p3:notes"/>
          <p:cNvSpPr txBox="1"/>
          <p:nvPr/>
        </p:nvSpPr>
        <p:spPr>
          <a:xfrm>
            <a:off x="3884612" y="8685212"/>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entury Gothic"/>
              <a:buNone/>
            </a:pPr>
            <a:fld id="{00000000-1234-1234-1234-123412341234}" type="slidenum">
              <a:rPr lang="en-US" sz="1200" b="0" i="0" u="none">
                <a:solidFill>
                  <a:srgbClr val="000000"/>
                </a:solidFill>
                <a:latin typeface="Century Gothic"/>
                <a:ea typeface="Century Gothic"/>
                <a:cs typeface="Century Gothic"/>
                <a:sym typeface="Century Gothic"/>
              </a:rPr>
              <a:pPr marL="0" marR="0" lvl="0" indent="0" algn="r" rtl="0">
                <a:lnSpc>
                  <a:spcPct val="100000"/>
                </a:lnSpc>
                <a:spcBef>
                  <a:spcPts val="0"/>
                </a:spcBef>
                <a:spcAft>
                  <a:spcPts val="0"/>
                </a:spcAft>
                <a:buClr>
                  <a:srgbClr val="000000"/>
                </a:buClr>
                <a:buSzPts val="1200"/>
                <a:buFont typeface="Century Gothic"/>
                <a:buNone/>
              </a:pPr>
              <a:t>2</a:t>
            </a:fld>
            <a:endParaRPr lang="en-US" sz="1200" b="0" i="0" u="none">
              <a:solidFill>
                <a:srgbClr val="000000"/>
              </a:solidFill>
              <a:latin typeface="Century Gothic"/>
              <a:ea typeface="Century Gothic"/>
              <a:cs typeface="Century Gothic"/>
              <a:sym typeface="Century Gothic"/>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Google Shape;153;p4: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4" name="Google Shape;154;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p:cNvGrpSpPr/>
        <p:nvPr/>
      </p:nvGrpSpPr>
      <p:grpSpPr>
        <a:xfrm>
          <a:off x="0" y="0"/>
          <a:ext cx="0" cy="0"/>
          <a:chOff x="0" y="0"/>
          <a:chExt cx="0" cy="0"/>
        </a:xfrm>
      </p:grpSpPr>
      <p:sp>
        <p:nvSpPr>
          <p:cNvPr id="162" name="Google Shape;162;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524288"/>
            <a:headEnd type="none" w="sm" len="sm"/>
            <a:tailEnd type="none" w="sm" len="sm"/>
          </a:ln>
        </p:spPr>
      </p:sp>
      <p:sp>
        <p:nvSpPr>
          <p:cNvPr id="163" name="Google Shape;163;p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4" name="Google Shape;164;p5:notes"/>
          <p:cNvSpPr txBox="1"/>
          <p:nvPr/>
        </p:nvSpPr>
        <p:spPr>
          <a:xfrm>
            <a:off x="3884612" y="8685212"/>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entury Gothic"/>
              <a:buNone/>
            </a:pPr>
            <a:fld id="{00000000-1234-1234-1234-123412341234}" type="slidenum">
              <a:rPr lang="en-US" sz="1200" b="0" i="0" u="none">
                <a:solidFill>
                  <a:srgbClr val="000000"/>
                </a:solidFill>
                <a:latin typeface="Century Gothic"/>
                <a:ea typeface="Century Gothic"/>
                <a:cs typeface="Century Gothic"/>
                <a:sym typeface="Century Gothic"/>
              </a:rPr>
              <a:pPr marL="0" marR="0" lvl="0" indent="0" algn="r" rtl="0">
                <a:lnSpc>
                  <a:spcPct val="100000"/>
                </a:lnSpc>
                <a:spcBef>
                  <a:spcPts val="0"/>
                </a:spcBef>
                <a:spcAft>
                  <a:spcPts val="0"/>
                </a:spcAft>
                <a:buClr>
                  <a:srgbClr val="000000"/>
                </a:buClr>
                <a:buSzPts val="1200"/>
                <a:buFont typeface="Century Gothic"/>
                <a:buNone/>
              </a:pPr>
              <a:t>4</a:t>
            </a:fld>
            <a:endParaRPr lang="en-US" sz="1200" b="0" i="0" u="none">
              <a:solidFill>
                <a:srgbClr val="000000"/>
              </a:solidFill>
              <a:latin typeface="Century Gothic"/>
              <a:ea typeface="Century Gothic"/>
              <a:cs typeface="Century Gothic"/>
              <a:sym typeface="Century Gothic"/>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p6: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3" name="Google Shape;173;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
        <p:cNvGrpSpPr/>
        <p:nvPr/>
      </p:nvGrpSpPr>
      <p:grpSpPr>
        <a:xfrm>
          <a:off x="0" y="0"/>
          <a:ext cx="0" cy="0"/>
          <a:chOff x="0" y="0"/>
          <a:chExt cx="0" cy="0"/>
        </a:xfrm>
      </p:grpSpPr>
      <p:sp>
        <p:nvSpPr>
          <p:cNvPr id="183" name="Google Shape;183;p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4" name="Google Shape;184;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p:cNvGrpSpPr/>
        <p:nvPr/>
      </p:nvGrpSpPr>
      <p:grpSpPr>
        <a:xfrm>
          <a:off x="0" y="0"/>
          <a:ext cx="0" cy="0"/>
          <a:chOff x="0" y="0"/>
          <a:chExt cx="0" cy="0"/>
        </a:xfrm>
      </p:grpSpPr>
      <p:sp>
        <p:nvSpPr>
          <p:cNvPr id="194" name="Google Shape;194;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524288"/>
            <a:headEnd type="none" w="sm" len="sm"/>
            <a:tailEnd type="none" w="sm" len="sm"/>
          </a:ln>
        </p:spPr>
      </p:sp>
      <p:sp>
        <p:nvSpPr>
          <p:cNvPr id="195" name="Google Shape;195;p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6" name="Google Shape;196;p8:notes"/>
          <p:cNvSpPr txBox="1"/>
          <p:nvPr/>
        </p:nvSpPr>
        <p:spPr>
          <a:xfrm>
            <a:off x="3884612" y="8685212"/>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entury Gothic"/>
              <a:buNone/>
            </a:pPr>
            <a:fld id="{00000000-1234-1234-1234-123412341234}" type="slidenum">
              <a:rPr lang="en-US" sz="1200" b="0" i="0" u="none">
                <a:solidFill>
                  <a:srgbClr val="000000"/>
                </a:solidFill>
                <a:latin typeface="Century Gothic"/>
                <a:ea typeface="Century Gothic"/>
                <a:cs typeface="Century Gothic"/>
                <a:sym typeface="Century Gothic"/>
              </a:rPr>
              <a:pPr marL="0" marR="0" lvl="0" indent="0" algn="r" rtl="0">
                <a:lnSpc>
                  <a:spcPct val="100000"/>
                </a:lnSpc>
                <a:spcBef>
                  <a:spcPts val="0"/>
                </a:spcBef>
                <a:spcAft>
                  <a:spcPts val="0"/>
                </a:spcAft>
                <a:buClr>
                  <a:srgbClr val="000000"/>
                </a:buClr>
                <a:buSzPts val="1200"/>
                <a:buFont typeface="Century Gothic"/>
                <a:buNone/>
              </a:pPr>
              <a:t>7</a:t>
            </a:fld>
            <a:endParaRPr lang="en-US" sz="1200" b="0" i="0" u="none">
              <a:solidFill>
                <a:srgbClr val="000000"/>
              </a:solidFill>
              <a:latin typeface="Century Gothic"/>
              <a:ea typeface="Century Gothic"/>
              <a:cs typeface="Century Gothic"/>
              <a:sym typeface="Century Gothic"/>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
        <p:cNvGrpSpPr/>
        <p:nvPr/>
      </p:nvGrpSpPr>
      <p:grpSpPr>
        <a:xfrm>
          <a:off x="0" y="0"/>
          <a:ext cx="0" cy="0"/>
          <a:chOff x="0" y="0"/>
          <a:chExt cx="0" cy="0"/>
        </a:xfrm>
      </p:grpSpPr>
      <p:sp>
        <p:nvSpPr>
          <p:cNvPr id="205" name="Google Shape;205;p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6" name="Google Shape;206;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
        <p:cNvGrpSpPr/>
        <p:nvPr/>
      </p:nvGrpSpPr>
      <p:grpSpPr>
        <a:xfrm>
          <a:off x="0" y="0"/>
          <a:ext cx="0" cy="0"/>
          <a:chOff x="0" y="0"/>
          <a:chExt cx="0" cy="0"/>
        </a:xfrm>
      </p:grpSpPr>
      <p:sp>
        <p:nvSpPr>
          <p:cNvPr id="215" name="Google Shape;215;p1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6" name="Google Shape;216;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p:cNvGrpSpPr/>
        <p:nvPr/>
      </p:nvGrpSpPr>
      <p:grpSpPr>
        <a:xfrm>
          <a:off x="0" y="0"/>
          <a:ext cx="0" cy="0"/>
          <a:chOff x="0" y="0"/>
          <a:chExt cx="0" cy="0"/>
        </a:xfrm>
      </p:grpSpPr>
      <p:sp>
        <p:nvSpPr>
          <p:cNvPr id="225" name="Google Shape;225;p11: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6" name="Google Shape;226;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4"/>
        <p:cNvGrpSpPr/>
        <p:nvPr/>
      </p:nvGrpSpPr>
      <p:grpSpPr>
        <a:xfrm>
          <a:off x="0" y="0"/>
          <a:ext cx="0" cy="0"/>
          <a:chOff x="0" y="0"/>
          <a:chExt cx="0" cy="0"/>
        </a:xfrm>
      </p:grpSpPr>
      <p:sp>
        <p:nvSpPr>
          <p:cNvPr id="235" name="Google Shape;235;p12: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6" name="Google Shape;236;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5"/>
        <p:cNvGrpSpPr/>
        <p:nvPr/>
      </p:nvGrpSpPr>
      <p:grpSpPr>
        <a:xfrm>
          <a:off x="0" y="0"/>
          <a:ext cx="0" cy="0"/>
          <a:chOff x="0" y="0"/>
          <a:chExt cx="0" cy="0"/>
        </a:xfrm>
      </p:grpSpPr>
      <p:sp>
        <p:nvSpPr>
          <p:cNvPr id="246" name="Google Shape;246;p13: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7" name="Google Shape;247;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5"/>
        <p:cNvGrpSpPr/>
        <p:nvPr/>
      </p:nvGrpSpPr>
      <p:grpSpPr>
        <a:xfrm>
          <a:off x="0" y="0"/>
          <a:ext cx="0" cy="0"/>
          <a:chOff x="0" y="0"/>
          <a:chExt cx="0" cy="0"/>
        </a:xfrm>
      </p:grpSpPr>
      <p:sp>
        <p:nvSpPr>
          <p:cNvPr id="256" name="Google Shape;256;p14: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7" name="Google Shape;257;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5"/>
        <p:cNvGrpSpPr/>
        <p:nvPr/>
      </p:nvGrpSpPr>
      <p:grpSpPr>
        <a:xfrm>
          <a:off x="0" y="0"/>
          <a:ext cx="0" cy="0"/>
          <a:chOff x="0" y="0"/>
          <a:chExt cx="0" cy="0"/>
        </a:xfrm>
      </p:grpSpPr>
      <p:sp>
        <p:nvSpPr>
          <p:cNvPr id="266" name="Google Shape;266;p15: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7" name="Google Shape;267;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5"/>
        <p:cNvGrpSpPr/>
        <p:nvPr/>
      </p:nvGrpSpPr>
      <p:grpSpPr>
        <a:xfrm>
          <a:off x="0" y="0"/>
          <a:ext cx="0" cy="0"/>
          <a:chOff x="0" y="0"/>
          <a:chExt cx="0" cy="0"/>
        </a:xfrm>
      </p:grpSpPr>
      <p:sp>
        <p:nvSpPr>
          <p:cNvPr id="276" name="Google Shape;276;p16: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7" name="Google Shape;277;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5"/>
        <p:cNvGrpSpPr/>
        <p:nvPr/>
      </p:nvGrpSpPr>
      <p:grpSpPr>
        <a:xfrm>
          <a:off x="0" y="0"/>
          <a:ext cx="0" cy="0"/>
          <a:chOff x="0" y="0"/>
          <a:chExt cx="0" cy="0"/>
        </a:xfrm>
      </p:grpSpPr>
      <p:sp>
        <p:nvSpPr>
          <p:cNvPr id="286" name="Google Shape;286;p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7" name="Google Shape;287;p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6"/>
        <p:cNvGrpSpPr/>
        <p:nvPr/>
      </p:nvGrpSpPr>
      <p:grpSpPr>
        <a:xfrm>
          <a:off x="0" y="0"/>
          <a:ext cx="0" cy="0"/>
          <a:chOff x="0" y="0"/>
          <a:chExt cx="0" cy="0"/>
        </a:xfrm>
      </p:grpSpPr>
      <p:sp>
        <p:nvSpPr>
          <p:cNvPr id="297" name="Google Shape;297;p18: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98" name="Google Shape;298;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1"/>
        <p:cNvGrpSpPr/>
        <p:nvPr/>
      </p:nvGrpSpPr>
      <p:grpSpPr>
        <a:xfrm>
          <a:off x="0" y="0"/>
          <a:ext cx="0" cy="0"/>
          <a:chOff x="0" y="0"/>
          <a:chExt cx="0" cy="0"/>
        </a:xfrm>
      </p:grpSpPr>
      <p:sp>
        <p:nvSpPr>
          <p:cNvPr id="22" name="Google Shape;22;p2"/>
          <p:cNvSpPr txBox="1">
            <a:spLocks noGrp="1"/>
          </p:cNvSpPr>
          <p:nvPr>
            <p:ph type="subTitle" idx="1"/>
          </p:nvPr>
        </p:nvSpPr>
        <p:spPr>
          <a:xfrm>
            <a:off x="1727200" y="3200400"/>
            <a:ext cx="8534400" cy="1600200"/>
          </a:xfrm>
          <a:prstGeom prst="rect">
            <a:avLst/>
          </a:prstGeom>
          <a:noFill/>
          <a:ln>
            <a:noFill/>
          </a:ln>
        </p:spPr>
        <p:txBody>
          <a:bodyPr spcFirstLastPara="1" wrap="square" lIns="91425" tIns="45700" rIns="91425" bIns="45700" anchor="t" anchorCtr="0">
            <a:noAutofit/>
          </a:bodyPr>
          <a:lstStyle>
            <a:lvl1pPr lvl="0" algn="ctr" rtl="0">
              <a:spcBef>
                <a:spcPts val="575"/>
              </a:spcBef>
              <a:spcAft>
                <a:spcPts val="0"/>
              </a:spcAft>
              <a:buSzPts val="2210"/>
              <a:buNone/>
              <a:defRPr sz="2600">
                <a:solidFill>
                  <a:schemeClr val="dk2"/>
                </a:solidFill>
              </a:defRPr>
            </a:lvl1pPr>
            <a:lvl2pPr lvl="1" algn="ctr" rtl="0">
              <a:spcBef>
                <a:spcPts val="375"/>
              </a:spcBef>
              <a:spcAft>
                <a:spcPts val="0"/>
              </a:spcAft>
              <a:buSzPts val="1530"/>
              <a:buNone/>
              <a:defRPr/>
            </a:lvl2pPr>
            <a:lvl3pPr lvl="2" algn="ctr" rtl="0">
              <a:spcBef>
                <a:spcPts val="375"/>
              </a:spcBef>
              <a:spcAft>
                <a:spcPts val="0"/>
              </a:spcAft>
              <a:buSzPts val="1530"/>
              <a:buNone/>
              <a:defRPr/>
            </a:lvl3pPr>
            <a:lvl4pPr lvl="3" algn="ctr" rtl="0">
              <a:spcBef>
                <a:spcPts val="375"/>
              </a:spcBef>
              <a:spcAft>
                <a:spcPts val="0"/>
              </a:spcAft>
              <a:buSzPts val="1440"/>
              <a:buNone/>
              <a:defRPr/>
            </a:lvl4pPr>
            <a:lvl5pPr lvl="4" algn="ctr" rtl="0">
              <a:spcBef>
                <a:spcPts val="375"/>
              </a:spcBef>
              <a:spcAft>
                <a:spcPts val="0"/>
              </a:spcAft>
              <a:buSzPts val="1800"/>
              <a:buNone/>
              <a:defRPr/>
            </a:lvl5pPr>
            <a:lvl6pPr lvl="5" algn="ctr" rtl="0">
              <a:spcBef>
                <a:spcPts val="370"/>
              </a:spcBef>
              <a:spcAft>
                <a:spcPts val="0"/>
              </a:spcAft>
              <a:buSzPts val="1800"/>
              <a:buNone/>
              <a:defRPr/>
            </a:lvl6pPr>
            <a:lvl7pPr lvl="6" algn="ctr" rtl="0">
              <a:spcBef>
                <a:spcPts val="370"/>
              </a:spcBef>
              <a:spcAft>
                <a:spcPts val="0"/>
              </a:spcAft>
              <a:buSzPts val="1800"/>
              <a:buNone/>
              <a:defRPr/>
            </a:lvl7pPr>
            <a:lvl8pPr lvl="7" algn="ctr" rtl="0">
              <a:spcBef>
                <a:spcPts val="370"/>
              </a:spcBef>
              <a:spcAft>
                <a:spcPts val="0"/>
              </a:spcAft>
              <a:buSzPts val="1800"/>
              <a:buNone/>
              <a:defRPr/>
            </a:lvl8pPr>
            <a:lvl9pPr lvl="8" algn="ctr" rtl="0">
              <a:spcBef>
                <a:spcPts val="370"/>
              </a:spcBef>
              <a:spcAft>
                <a:spcPts val="0"/>
              </a:spcAft>
              <a:buSzPts val="1800"/>
              <a:buNone/>
              <a:defRPr/>
            </a:lvl9pPr>
          </a:lstStyle>
          <a:p>
            <a:endParaRPr/>
          </a:p>
        </p:txBody>
      </p:sp>
      <p:sp>
        <p:nvSpPr>
          <p:cNvPr id="23" name="Google Shape;23;p2"/>
          <p:cNvSpPr txBox="1">
            <a:spLocks noGrp="1"/>
          </p:cNvSpPr>
          <p:nvPr>
            <p:ph type="ctrTitle"/>
          </p:nvPr>
        </p:nvSpPr>
        <p:spPr>
          <a:xfrm>
            <a:off x="609600" y="1505931"/>
            <a:ext cx="10972800" cy="1470000"/>
          </a:xfrm>
          <a:prstGeom prst="rect">
            <a:avLst/>
          </a:prstGeom>
          <a:noFill/>
          <a:ln>
            <a:noFill/>
          </a:ln>
        </p:spPr>
        <p:txBody>
          <a:bodyPr spcFirstLastPara="1" wrap="square" lIns="91425" tIns="45700" rIns="91425" bIns="91425" anchor="ctr" anchorCtr="0">
            <a:noAutofit/>
          </a:bodyPr>
          <a:lstStyle>
            <a:lvl1pPr lvl="0" algn="ctr" rtl="0">
              <a:spcBef>
                <a:spcPts val="0"/>
              </a:spcBef>
              <a:spcAft>
                <a:spcPts val="0"/>
              </a:spcAft>
              <a:buSzPts val="1400"/>
              <a:buNone/>
              <a:defRPr>
                <a:solidFill>
                  <a:schemeClr val="lt1"/>
                </a:solidFill>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6" name="Google Shape;26;p2"/>
          <p:cNvSpPr>
            <a:spLocks noGrp="1"/>
          </p:cNvSpPr>
          <p:nvPr>
            <p:ph type="sldNum" idx="12"/>
          </p:nvPr>
        </p:nvSpPr>
        <p:spPr>
          <a:xfrm>
            <a:off x="195262" y="6210300"/>
            <a:ext cx="609600" cy="457200"/>
          </a:xfrm>
          <a:prstGeom prst="ellipse">
            <a:avLst/>
          </a:prstGeom>
          <a:solidFill>
            <a:srgbClr val="0E58C4"/>
          </a:solidFill>
          <a:ln w="9525" cap="flat" cmpd="sng">
            <a:solidFill>
              <a:srgbClr val="0E58C4"/>
            </a:solidFill>
            <a:prstDash val="solid"/>
            <a:miter lim="800000"/>
            <a:headEnd type="none" w="sm" len="sm"/>
            <a:tailEnd type="none" w="sm" len="sm"/>
          </a:ln>
        </p:spPr>
        <p:txBody>
          <a:bodyPr spcFirstLastPara="1" wrap="square" lIns="0" tIns="0" rIns="0" bIns="0" anchor="ctr" anchorCtr="1">
            <a:noAutofit/>
          </a:bodyPr>
          <a:lstStyle>
            <a:lvl1pPr marL="0" marR="0" lvl="0" indent="0" algn="ctr" rtl="0">
              <a:lnSpc>
                <a:spcPct val="100000"/>
              </a:lnSpc>
              <a:spcBef>
                <a:spcPts val="0"/>
              </a:spcBef>
              <a:spcAft>
                <a:spcPts val="0"/>
              </a:spcAft>
              <a:buClr>
                <a:srgbClr val="FFFFFF"/>
              </a:buClr>
              <a:buSzPts val="1400"/>
              <a:buFont typeface="Century Gothic"/>
              <a:buNone/>
              <a:defRPr sz="1400" b="0" i="0" u="none">
                <a:solidFill>
                  <a:srgbClr val="FFFFFF"/>
                </a:solidFill>
                <a:latin typeface="Century Gothic"/>
                <a:ea typeface="Century Gothic"/>
                <a:cs typeface="Century Gothic"/>
                <a:sym typeface="Century Gothic"/>
              </a:defRPr>
            </a:lvl1pPr>
            <a:lvl2pPr marL="0" marR="0" lvl="1" indent="0" algn="ctr" rtl="0">
              <a:lnSpc>
                <a:spcPct val="100000"/>
              </a:lnSpc>
              <a:spcBef>
                <a:spcPts val="0"/>
              </a:spcBef>
              <a:spcAft>
                <a:spcPts val="0"/>
              </a:spcAft>
              <a:buClr>
                <a:srgbClr val="FFFFFF"/>
              </a:buClr>
              <a:buSzPts val="1400"/>
              <a:buFont typeface="Century Gothic"/>
              <a:buNone/>
              <a:defRPr sz="1400" b="0" i="0" u="none">
                <a:solidFill>
                  <a:srgbClr val="FFFFFF"/>
                </a:solidFill>
                <a:latin typeface="Century Gothic"/>
                <a:ea typeface="Century Gothic"/>
                <a:cs typeface="Century Gothic"/>
                <a:sym typeface="Century Gothic"/>
              </a:defRPr>
            </a:lvl2pPr>
            <a:lvl3pPr marL="0" marR="0" lvl="2" indent="0" algn="ctr" rtl="0">
              <a:lnSpc>
                <a:spcPct val="100000"/>
              </a:lnSpc>
              <a:spcBef>
                <a:spcPts val="0"/>
              </a:spcBef>
              <a:spcAft>
                <a:spcPts val="0"/>
              </a:spcAft>
              <a:buClr>
                <a:srgbClr val="FFFFFF"/>
              </a:buClr>
              <a:buSzPts val="1400"/>
              <a:buFont typeface="Century Gothic"/>
              <a:buNone/>
              <a:defRPr sz="1400" b="0" i="0" u="none">
                <a:solidFill>
                  <a:srgbClr val="FFFFFF"/>
                </a:solidFill>
                <a:latin typeface="Century Gothic"/>
                <a:ea typeface="Century Gothic"/>
                <a:cs typeface="Century Gothic"/>
                <a:sym typeface="Century Gothic"/>
              </a:defRPr>
            </a:lvl3pPr>
            <a:lvl4pPr marL="0" marR="0" lvl="3" indent="0" algn="ctr" rtl="0">
              <a:lnSpc>
                <a:spcPct val="100000"/>
              </a:lnSpc>
              <a:spcBef>
                <a:spcPts val="0"/>
              </a:spcBef>
              <a:spcAft>
                <a:spcPts val="0"/>
              </a:spcAft>
              <a:buClr>
                <a:srgbClr val="FFFFFF"/>
              </a:buClr>
              <a:buSzPts val="1400"/>
              <a:buFont typeface="Century Gothic"/>
              <a:buNone/>
              <a:defRPr sz="1400" b="0" i="0" u="none">
                <a:solidFill>
                  <a:srgbClr val="FFFFFF"/>
                </a:solidFill>
                <a:latin typeface="Century Gothic"/>
                <a:ea typeface="Century Gothic"/>
                <a:cs typeface="Century Gothic"/>
                <a:sym typeface="Century Gothic"/>
              </a:defRPr>
            </a:lvl4pPr>
            <a:lvl5pPr marL="0" marR="0" lvl="4" indent="0" algn="ctr" rtl="0">
              <a:lnSpc>
                <a:spcPct val="100000"/>
              </a:lnSpc>
              <a:spcBef>
                <a:spcPts val="0"/>
              </a:spcBef>
              <a:spcAft>
                <a:spcPts val="0"/>
              </a:spcAft>
              <a:buClr>
                <a:srgbClr val="FFFFFF"/>
              </a:buClr>
              <a:buSzPts val="1400"/>
              <a:buFont typeface="Century Gothic"/>
              <a:buNone/>
              <a:defRPr sz="1400" b="0" i="0" u="none">
                <a:solidFill>
                  <a:srgbClr val="FFFFFF"/>
                </a:solidFill>
                <a:latin typeface="Century Gothic"/>
                <a:ea typeface="Century Gothic"/>
                <a:cs typeface="Century Gothic"/>
                <a:sym typeface="Century Gothic"/>
              </a:defRPr>
            </a:lvl5pPr>
            <a:lvl6pPr marL="0" marR="0" lvl="5" indent="0" algn="ctr" rtl="0">
              <a:lnSpc>
                <a:spcPct val="100000"/>
              </a:lnSpc>
              <a:spcBef>
                <a:spcPts val="0"/>
              </a:spcBef>
              <a:spcAft>
                <a:spcPts val="0"/>
              </a:spcAft>
              <a:buClr>
                <a:srgbClr val="FFFFFF"/>
              </a:buClr>
              <a:buSzPts val="1400"/>
              <a:buFont typeface="Century Gothic"/>
              <a:buNone/>
              <a:defRPr sz="1400" b="0" i="0" u="none">
                <a:solidFill>
                  <a:srgbClr val="FFFFFF"/>
                </a:solidFill>
                <a:latin typeface="Century Gothic"/>
                <a:ea typeface="Century Gothic"/>
                <a:cs typeface="Century Gothic"/>
                <a:sym typeface="Century Gothic"/>
              </a:defRPr>
            </a:lvl6pPr>
            <a:lvl7pPr marL="0" marR="0" lvl="6" indent="0" algn="ctr" rtl="0">
              <a:lnSpc>
                <a:spcPct val="100000"/>
              </a:lnSpc>
              <a:spcBef>
                <a:spcPts val="0"/>
              </a:spcBef>
              <a:spcAft>
                <a:spcPts val="0"/>
              </a:spcAft>
              <a:buClr>
                <a:srgbClr val="FFFFFF"/>
              </a:buClr>
              <a:buSzPts val="1400"/>
              <a:buFont typeface="Century Gothic"/>
              <a:buNone/>
              <a:defRPr sz="1400" b="0" i="0" u="none">
                <a:solidFill>
                  <a:srgbClr val="FFFFFF"/>
                </a:solidFill>
                <a:latin typeface="Century Gothic"/>
                <a:ea typeface="Century Gothic"/>
                <a:cs typeface="Century Gothic"/>
                <a:sym typeface="Century Gothic"/>
              </a:defRPr>
            </a:lvl7pPr>
            <a:lvl8pPr marL="0" marR="0" lvl="7" indent="0" algn="ctr" rtl="0">
              <a:lnSpc>
                <a:spcPct val="100000"/>
              </a:lnSpc>
              <a:spcBef>
                <a:spcPts val="0"/>
              </a:spcBef>
              <a:spcAft>
                <a:spcPts val="0"/>
              </a:spcAft>
              <a:buClr>
                <a:srgbClr val="FFFFFF"/>
              </a:buClr>
              <a:buSzPts val="1400"/>
              <a:buFont typeface="Century Gothic"/>
              <a:buNone/>
              <a:defRPr sz="1400" b="0" i="0" u="none">
                <a:solidFill>
                  <a:srgbClr val="FFFFFF"/>
                </a:solidFill>
                <a:latin typeface="Century Gothic"/>
                <a:ea typeface="Century Gothic"/>
                <a:cs typeface="Century Gothic"/>
                <a:sym typeface="Century Gothic"/>
              </a:defRPr>
            </a:lvl8pPr>
            <a:lvl9pPr marL="0" marR="0" lvl="8" indent="0" algn="ctr" rtl="0">
              <a:lnSpc>
                <a:spcPct val="100000"/>
              </a:lnSpc>
              <a:spcBef>
                <a:spcPts val="0"/>
              </a:spcBef>
              <a:spcAft>
                <a:spcPts val="0"/>
              </a:spcAft>
              <a:buClr>
                <a:srgbClr val="FFFFFF"/>
              </a:buClr>
              <a:buSzPts val="1400"/>
              <a:buFont typeface="Century Gothic"/>
              <a:buNone/>
              <a:defRPr sz="1400" b="0" i="0" u="none">
                <a:solidFill>
                  <a:srgbClr val="FFFFFF"/>
                </a:solidFill>
                <a:latin typeface="Century Gothic"/>
                <a:ea typeface="Century Gothic"/>
                <a:cs typeface="Century Gothic"/>
                <a:sym typeface="Century Gothic"/>
              </a:defRPr>
            </a:lvl9pPr>
          </a:lstStyle>
          <a:p>
            <a:pPr marL="0" lvl="0" indent="0" algn="ctr" rtl="0">
              <a:spcBef>
                <a:spcPts val="0"/>
              </a:spcBef>
              <a:spcAft>
                <a:spcPts val="0"/>
              </a:spcAft>
              <a:buNone/>
            </a:pPr>
            <a:fld id="{00000000-1234-1234-1234-123412341234}" type="slidenum">
              <a:rPr lang="en-US"/>
              <a:pPr marL="0" lvl="0" indent="0" algn="ctr" rtl="0">
                <a:spcBef>
                  <a:spcPts val="0"/>
                </a:spcBef>
                <a:spcAft>
                  <a:spcPts val="0"/>
                </a:spcAft>
                <a:buNone/>
              </a:pPr>
              <a:t>‹#›</a:t>
            </a:fld>
            <a:endParaRPr lang="en-US"/>
          </a:p>
        </p:txBody>
      </p:sp>
    </p:spTree>
  </p:cSld>
  <p:clrMapOvr>
    <a:masterClrMapping/>
  </p:clrMapOvr>
  <p:transition spd="med">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34"/>
        <p:cNvGrpSpPr/>
        <p:nvPr/>
      </p:nvGrpSpPr>
      <p:grpSpPr>
        <a:xfrm>
          <a:off x="0" y="0"/>
          <a:ext cx="0" cy="0"/>
          <a:chOff x="0" y="0"/>
          <a:chExt cx="0" cy="0"/>
        </a:xfrm>
      </p:grpSpPr>
      <p:sp>
        <p:nvSpPr>
          <p:cNvPr id="35" name="Google Shape;35;p4"/>
          <p:cNvSpPr txBox="1">
            <a:spLocks noGrp="1"/>
          </p:cNvSpPr>
          <p:nvPr>
            <p:ph type="body" idx="1"/>
          </p:nvPr>
        </p:nvSpPr>
        <p:spPr>
          <a:xfrm>
            <a:off x="1219200" y="1447800"/>
            <a:ext cx="10363200" cy="4572000"/>
          </a:xfrm>
          <a:prstGeom prst="rect">
            <a:avLst/>
          </a:prstGeom>
          <a:noFill/>
          <a:ln>
            <a:noFill/>
          </a:ln>
        </p:spPr>
        <p:txBody>
          <a:bodyPr spcFirstLastPara="1" wrap="square" lIns="91425" tIns="45700" rIns="91425" bIns="45700" anchor="t" anchorCtr="0">
            <a:noAutofit/>
          </a:bodyPr>
          <a:lstStyle>
            <a:lvl1pPr marL="457200" lvl="0" indent="-325755" algn="l" rtl="0">
              <a:spcBef>
                <a:spcPts val="575"/>
              </a:spcBef>
              <a:spcAft>
                <a:spcPts val="0"/>
              </a:spcAft>
              <a:buSzPts val="1530"/>
              <a:buChar char="⚫"/>
              <a:defRPr/>
            </a:lvl1pPr>
            <a:lvl2pPr marL="914400" lvl="1" indent="-325755" algn="l" rtl="0">
              <a:spcBef>
                <a:spcPts val="375"/>
              </a:spcBef>
              <a:spcAft>
                <a:spcPts val="0"/>
              </a:spcAft>
              <a:buSzPts val="1530"/>
              <a:buChar char="⚫"/>
              <a:defRPr/>
            </a:lvl2pPr>
            <a:lvl3pPr marL="1371600" lvl="2" indent="-325755" algn="l" rtl="0">
              <a:spcBef>
                <a:spcPts val="375"/>
              </a:spcBef>
              <a:spcAft>
                <a:spcPts val="0"/>
              </a:spcAft>
              <a:buSzPts val="1530"/>
              <a:buChar char="⚫"/>
              <a:defRPr/>
            </a:lvl3pPr>
            <a:lvl4pPr marL="1828800" lvl="3" indent="-320040" algn="l" rtl="0">
              <a:spcBef>
                <a:spcPts val="375"/>
              </a:spcBef>
              <a:spcAft>
                <a:spcPts val="0"/>
              </a:spcAft>
              <a:buSzPts val="1440"/>
              <a:buChar char="⚫"/>
              <a:defRPr/>
            </a:lvl4pPr>
            <a:lvl5pPr marL="2286000" lvl="4" indent="-342900" algn="l" rtl="0">
              <a:spcBef>
                <a:spcPts val="375"/>
              </a:spcBef>
              <a:spcAft>
                <a:spcPts val="0"/>
              </a:spcAft>
              <a:buSzPts val="1800"/>
              <a:buChar char="•"/>
              <a:defRPr/>
            </a:lvl5pPr>
            <a:lvl6pPr marL="2743200" lvl="5" indent="-342900" algn="l" rtl="0">
              <a:spcBef>
                <a:spcPts val="370"/>
              </a:spcBef>
              <a:spcAft>
                <a:spcPts val="0"/>
              </a:spcAft>
              <a:buSzPts val="1800"/>
              <a:buChar char="•"/>
              <a:defRPr/>
            </a:lvl6pPr>
            <a:lvl7pPr marL="3200400" lvl="6" indent="-342900" algn="l" rtl="0">
              <a:spcBef>
                <a:spcPts val="370"/>
              </a:spcBef>
              <a:spcAft>
                <a:spcPts val="0"/>
              </a:spcAft>
              <a:buSzPts val="1800"/>
              <a:buChar char="•"/>
              <a:defRPr/>
            </a:lvl7pPr>
            <a:lvl8pPr marL="3657600" lvl="7" indent="-342900" algn="l" rtl="0">
              <a:spcBef>
                <a:spcPts val="370"/>
              </a:spcBef>
              <a:spcAft>
                <a:spcPts val="0"/>
              </a:spcAft>
              <a:buSzPts val="1800"/>
              <a:buChar char="•"/>
              <a:defRPr/>
            </a:lvl8pPr>
            <a:lvl9pPr marL="4114800" lvl="8" indent="-342900" algn="l" rtl="0">
              <a:spcBef>
                <a:spcPts val="370"/>
              </a:spcBef>
              <a:spcAft>
                <a:spcPts val="0"/>
              </a:spcAft>
              <a:buSzPts val="1800"/>
              <a:buChar char="•"/>
              <a:defRPr/>
            </a:lvl9pPr>
          </a:lstStyle>
          <a:p>
            <a:endParaRPr/>
          </a:p>
        </p:txBody>
      </p:sp>
      <p:sp>
        <p:nvSpPr>
          <p:cNvPr id="36" name="Google Shape;36;p4"/>
          <p:cNvSpPr txBox="1">
            <a:spLocks noGrp="1"/>
          </p:cNvSpPr>
          <p:nvPr>
            <p:ph type="title"/>
          </p:nvPr>
        </p:nvSpPr>
        <p:spPr>
          <a:xfrm>
            <a:off x="1219200" y="274637"/>
            <a:ext cx="10363200" cy="1143000"/>
          </a:xfrm>
          <a:prstGeom prst="rect">
            <a:avLst/>
          </a:prstGeom>
          <a:noFill/>
          <a:ln>
            <a:noFill/>
          </a:ln>
        </p:spPr>
        <p:txBody>
          <a:bodyPr spcFirstLastPara="1" wrap="square" lIns="91425" tIns="45700" rIns="91425" bIns="91425" anchor="b"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9" name="Google Shape;39;p4"/>
          <p:cNvSpPr>
            <a:spLocks noGrp="1"/>
          </p:cNvSpPr>
          <p:nvPr>
            <p:ph type="sldNum" idx="12"/>
          </p:nvPr>
        </p:nvSpPr>
        <p:spPr>
          <a:xfrm>
            <a:off x="195262" y="6210300"/>
            <a:ext cx="609600" cy="457200"/>
          </a:xfrm>
          <a:prstGeom prst="ellipse">
            <a:avLst/>
          </a:prstGeom>
          <a:solidFill>
            <a:srgbClr val="0E58C4"/>
          </a:solidFill>
          <a:ln w="9525" cap="flat" cmpd="sng">
            <a:solidFill>
              <a:srgbClr val="0E58C4"/>
            </a:solidFill>
            <a:prstDash val="solid"/>
            <a:miter lim="800000"/>
            <a:headEnd type="none" w="sm" len="sm"/>
            <a:tailEnd type="none" w="sm" len="sm"/>
          </a:ln>
        </p:spPr>
        <p:txBody>
          <a:bodyPr spcFirstLastPara="1" wrap="square" lIns="0" tIns="0" rIns="0" bIns="0" anchor="ctr" anchorCtr="1">
            <a:noAutofit/>
          </a:bodyPr>
          <a:lstStyle>
            <a:lvl1pPr marL="0" marR="0" lvl="0" indent="0" algn="ctr" rtl="0">
              <a:lnSpc>
                <a:spcPct val="100000"/>
              </a:lnSpc>
              <a:spcBef>
                <a:spcPts val="0"/>
              </a:spcBef>
              <a:spcAft>
                <a:spcPts val="0"/>
              </a:spcAft>
              <a:buClr>
                <a:schemeClr val="lt1"/>
              </a:buClr>
              <a:buSzPts val="1400"/>
              <a:buFont typeface="Century Gothic"/>
              <a:buNone/>
              <a:defRPr sz="1400" b="0" i="0" u="none">
                <a:solidFill>
                  <a:schemeClr val="lt1"/>
                </a:solidFill>
                <a:latin typeface="Century Gothic"/>
                <a:ea typeface="Century Gothic"/>
                <a:cs typeface="Century Gothic"/>
                <a:sym typeface="Century Gothic"/>
              </a:defRPr>
            </a:lvl1pPr>
            <a:lvl2pPr marL="0" marR="0" lvl="1" indent="0" algn="ctr" rtl="0">
              <a:lnSpc>
                <a:spcPct val="100000"/>
              </a:lnSpc>
              <a:spcBef>
                <a:spcPts val="0"/>
              </a:spcBef>
              <a:spcAft>
                <a:spcPts val="0"/>
              </a:spcAft>
              <a:buClr>
                <a:schemeClr val="lt1"/>
              </a:buClr>
              <a:buSzPts val="1400"/>
              <a:buFont typeface="Century Gothic"/>
              <a:buNone/>
              <a:defRPr sz="1400" b="0" i="0" u="none">
                <a:solidFill>
                  <a:schemeClr val="lt1"/>
                </a:solidFill>
                <a:latin typeface="Century Gothic"/>
                <a:ea typeface="Century Gothic"/>
                <a:cs typeface="Century Gothic"/>
                <a:sym typeface="Century Gothic"/>
              </a:defRPr>
            </a:lvl2pPr>
            <a:lvl3pPr marL="0" marR="0" lvl="2" indent="0" algn="ctr" rtl="0">
              <a:lnSpc>
                <a:spcPct val="100000"/>
              </a:lnSpc>
              <a:spcBef>
                <a:spcPts val="0"/>
              </a:spcBef>
              <a:spcAft>
                <a:spcPts val="0"/>
              </a:spcAft>
              <a:buClr>
                <a:schemeClr val="lt1"/>
              </a:buClr>
              <a:buSzPts val="1400"/>
              <a:buFont typeface="Century Gothic"/>
              <a:buNone/>
              <a:defRPr sz="1400" b="0" i="0" u="none">
                <a:solidFill>
                  <a:schemeClr val="lt1"/>
                </a:solidFill>
                <a:latin typeface="Century Gothic"/>
                <a:ea typeface="Century Gothic"/>
                <a:cs typeface="Century Gothic"/>
                <a:sym typeface="Century Gothic"/>
              </a:defRPr>
            </a:lvl3pPr>
            <a:lvl4pPr marL="0" marR="0" lvl="3" indent="0" algn="ctr" rtl="0">
              <a:lnSpc>
                <a:spcPct val="100000"/>
              </a:lnSpc>
              <a:spcBef>
                <a:spcPts val="0"/>
              </a:spcBef>
              <a:spcAft>
                <a:spcPts val="0"/>
              </a:spcAft>
              <a:buClr>
                <a:schemeClr val="lt1"/>
              </a:buClr>
              <a:buSzPts val="1400"/>
              <a:buFont typeface="Century Gothic"/>
              <a:buNone/>
              <a:defRPr sz="1400" b="0" i="0" u="none">
                <a:solidFill>
                  <a:schemeClr val="lt1"/>
                </a:solidFill>
                <a:latin typeface="Century Gothic"/>
                <a:ea typeface="Century Gothic"/>
                <a:cs typeface="Century Gothic"/>
                <a:sym typeface="Century Gothic"/>
              </a:defRPr>
            </a:lvl4pPr>
            <a:lvl5pPr marL="0" marR="0" lvl="4" indent="0" algn="ctr" rtl="0">
              <a:lnSpc>
                <a:spcPct val="100000"/>
              </a:lnSpc>
              <a:spcBef>
                <a:spcPts val="0"/>
              </a:spcBef>
              <a:spcAft>
                <a:spcPts val="0"/>
              </a:spcAft>
              <a:buClr>
                <a:schemeClr val="lt1"/>
              </a:buClr>
              <a:buSzPts val="1400"/>
              <a:buFont typeface="Century Gothic"/>
              <a:buNone/>
              <a:defRPr sz="1400" b="0" i="0" u="none">
                <a:solidFill>
                  <a:schemeClr val="lt1"/>
                </a:solidFill>
                <a:latin typeface="Century Gothic"/>
                <a:ea typeface="Century Gothic"/>
                <a:cs typeface="Century Gothic"/>
                <a:sym typeface="Century Gothic"/>
              </a:defRPr>
            </a:lvl5pPr>
            <a:lvl6pPr marL="0" marR="0" lvl="5" indent="0" algn="ctr" rtl="0">
              <a:lnSpc>
                <a:spcPct val="100000"/>
              </a:lnSpc>
              <a:spcBef>
                <a:spcPts val="0"/>
              </a:spcBef>
              <a:spcAft>
                <a:spcPts val="0"/>
              </a:spcAft>
              <a:buClr>
                <a:schemeClr val="lt1"/>
              </a:buClr>
              <a:buSzPts val="1400"/>
              <a:buFont typeface="Century Gothic"/>
              <a:buNone/>
              <a:defRPr sz="1400" b="0" i="0" u="none">
                <a:solidFill>
                  <a:schemeClr val="lt1"/>
                </a:solidFill>
                <a:latin typeface="Century Gothic"/>
                <a:ea typeface="Century Gothic"/>
                <a:cs typeface="Century Gothic"/>
                <a:sym typeface="Century Gothic"/>
              </a:defRPr>
            </a:lvl6pPr>
            <a:lvl7pPr marL="0" marR="0" lvl="6" indent="0" algn="ctr" rtl="0">
              <a:lnSpc>
                <a:spcPct val="100000"/>
              </a:lnSpc>
              <a:spcBef>
                <a:spcPts val="0"/>
              </a:spcBef>
              <a:spcAft>
                <a:spcPts val="0"/>
              </a:spcAft>
              <a:buClr>
                <a:schemeClr val="lt1"/>
              </a:buClr>
              <a:buSzPts val="1400"/>
              <a:buFont typeface="Century Gothic"/>
              <a:buNone/>
              <a:defRPr sz="1400" b="0" i="0" u="none">
                <a:solidFill>
                  <a:schemeClr val="lt1"/>
                </a:solidFill>
                <a:latin typeface="Century Gothic"/>
                <a:ea typeface="Century Gothic"/>
                <a:cs typeface="Century Gothic"/>
                <a:sym typeface="Century Gothic"/>
              </a:defRPr>
            </a:lvl7pPr>
            <a:lvl8pPr marL="0" marR="0" lvl="7" indent="0" algn="ctr" rtl="0">
              <a:lnSpc>
                <a:spcPct val="100000"/>
              </a:lnSpc>
              <a:spcBef>
                <a:spcPts val="0"/>
              </a:spcBef>
              <a:spcAft>
                <a:spcPts val="0"/>
              </a:spcAft>
              <a:buClr>
                <a:schemeClr val="lt1"/>
              </a:buClr>
              <a:buSzPts val="1400"/>
              <a:buFont typeface="Century Gothic"/>
              <a:buNone/>
              <a:defRPr sz="1400" b="0" i="0" u="none">
                <a:solidFill>
                  <a:schemeClr val="lt1"/>
                </a:solidFill>
                <a:latin typeface="Century Gothic"/>
                <a:ea typeface="Century Gothic"/>
                <a:cs typeface="Century Gothic"/>
                <a:sym typeface="Century Gothic"/>
              </a:defRPr>
            </a:lvl8pPr>
            <a:lvl9pPr marL="0" marR="0" lvl="8" indent="0" algn="ctr" rtl="0">
              <a:lnSpc>
                <a:spcPct val="100000"/>
              </a:lnSpc>
              <a:spcBef>
                <a:spcPts val="0"/>
              </a:spcBef>
              <a:spcAft>
                <a:spcPts val="0"/>
              </a:spcAft>
              <a:buClr>
                <a:schemeClr val="lt1"/>
              </a:buClr>
              <a:buSzPts val="1400"/>
              <a:buFont typeface="Century Gothic"/>
              <a:buNone/>
              <a:defRPr sz="1400" b="0" i="0" u="none">
                <a:solidFill>
                  <a:schemeClr val="lt1"/>
                </a:solidFill>
                <a:latin typeface="Century Gothic"/>
                <a:ea typeface="Century Gothic"/>
                <a:cs typeface="Century Gothic"/>
                <a:sym typeface="Century Gothic"/>
              </a:defRPr>
            </a:lvl9pPr>
          </a:lstStyle>
          <a:p>
            <a:pPr marL="0" lvl="0" indent="0" algn="ctr" rtl="0">
              <a:spcBef>
                <a:spcPts val="0"/>
              </a:spcBef>
              <a:spcAft>
                <a:spcPts val="0"/>
              </a:spcAft>
              <a:buNone/>
            </a:pPr>
            <a:fld id="{00000000-1234-1234-1234-123412341234}" type="slidenum">
              <a:rPr lang="en-US"/>
              <a:pPr marL="0" lvl="0" indent="0" algn="ctr" rtl="0">
                <a:spcBef>
                  <a:spcPts val="0"/>
                </a:spcBef>
                <a:spcAft>
                  <a:spcPts val="0"/>
                </a:spcAft>
                <a:buNone/>
              </a:pPr>
              <a:t>‹#›</a:t>
            </a:fld>
            <a:endParaRPr lang="en-US"/>
          </a:p>
        </p:txBody>
      </p:sp>
      <p:sp>
        <p:nvSpPr>
          <p:cNvPr id="30" name="Google Shape;30;p3"/>
          <p:cNvSpPr txBox="1"/>
          <p:nvPr userDrawn="1"/>
        </p:nvSpPr>
        <p:spPr>
          <a:xfrm>
            <a:off x="1346200" y="6299200"/>
            <a:ext cx="5283300" cy="457200"/>
          </a:xfrm>
          <a:prstGeom prst="rect">
            <a:avLst/>
          </a:prstGeom>
          <a:noFill/>
          <a:ln>
            <a:noFill/>
          </a:ln>
        </p:spPr>
        <p:txBody>
          <a:bodyPr wrap="square" lIns="91425" tIns="45700" rIns="91425" bIns="45700" anchor="ctr" anchorCtr="0">
            <a:noAutofit/>
          </a:bodyPr>
          <a:lstStyle>
            <a:lvl1pPr marR="0" lvl="0" algn="l" rtl="0">
              <a:lnSpc>
                <a:spcPct val="100000"/>
              </a:lnSpc>
              <a:spcBef>
                <a:spcPts val="0"/>
              </a:spcBef>
              <a:spcAft>
                <a:spcPts val="0"/>
              </a:spcAft>
              <a:buSzPts val="1400"/>
              <a:buNone/>
              <a:defRPr sz="1400" b="0" i="0" u="none">
                <a:solidFill>
                  <a:schemeClr val="dk2"/>
                </a:solidFill>
                <a:latin typeface="Palatino Linotype"/>
                <a:ea typeface="Palatino Linotype"/>
                <a:cs typeface="Palatino Linotype"/>
                <a:sym typeface="Palatino Linotype"/>
              </a:defRPr>
            </a:lvl1pPr>
            <a:lvl2pPr marR="0" lvl="1" algn="l" rtl="0">
              <a:lnSpc>
                <a:spcPct val="100000"/>
              </a:lnSpc>
              <a:spcBef>
                <a:spcPts val="0"/>
              </a:spcBef>
              <a:spcAft>
                <a:spcPts val="0"/>
              </a:spcAft>
              <a:buSzPts val="1400"/>
              <a:buNone/>
              <a:defRPr sz="1800" b="0" i="0" u="none" strike="noStrike" cap="none">
                <a:solidFill>
                  <a:schemeClr val="dk1"/>
                </a:solidFill>
                <a:latin typeface="Palatino Linotype"/>
                <a:ea typeface="Palatino Linotype"/>
                <a:cs typeface="Palatino Linotype"/>
                <a:sym typeface="Palatino Linotype"/>
              </a:defRPr>
            </a:lvl2pPr>
            <a:lvl3pPr marR="0" lvl="2" algn="l" rtl="0">
              <a:lnSpc>
                <a:spcPct val="100000"/>
              </a:lnSpc>
              <a:spcBef>
                <a:spcPts val="0"/>
              </a:spcBef>
              <a:spcAft>
                <a:spcPts val="0"/>
              </a:spcAft>
              <a:buSzPts val="1400"/>
              <a:buNone/>
              <a:defRPr sz="1800" b="0" i="0" u="none" strike="noStrike" cap="none">
                <a:solidFill>
                  <a:schemeClr val="dk1"/>
                </a:solidFill>
                <a:latin typeface="Palatino Linotype"/>
                <a:ea typeface="Palatino Linotype"/>
                <a:cs typeface="Palatino Linotype"/>
                <a:sym typeface="Palatino Linotype"/>
              </a:defRPr>
            </a:lvl3pPr>
            <a:lvl4pPr marR="0" lvl="3" algn="l" rtl="0">
              <a:lnSpc>
                <a:spcPct val="100000"/>
              </a:lnSpc>
              <a:spcBef>
                <a:spcPts val="0"/>
              </a:spcBef>
              <a:spcAft>
                <a:spcPts val="0"/>
              </a:spcAft>
              <a:buSzPts val="1400"/>
              <a:buNone/>
              <a:defRPr sz="1800" b="0" i="0" u="none" strike="noStrike" cap="none">
                <a:solidFill>
                  <a:schemeClr val="dk1"/>
                </a:solidFill>
                <a:latin typeface="Palatino Linotype"/>
                <a:ea typeface="Palatino Linotype"/>
                <a:cs typeface="Palatino Linotype"/>
                <a:sym typeface="Palatino Linotype"/>
              </a:defRPr>
            </a:lvl4pPr>
            <a:lvl5pPr marR="0" lvl="4" algn="l" rtl="0">
              <a:lnSpc>
                <a:spcPct val="100000"/>
              </a:lnSpc>
              <a:spcBef>
                <a:spcPts val="0"/>
              </a:spcBef>
              <a:spcAft>
                <a:spcPts val="0"/>
              </a:spcAft>
              <a:buSzPts val="1400"/>
              <a:buNone/>
              <a:defRPr sz="1800" b="0" i="0" u="none" strike="noStrike" cap="none">
                <a:solidFill>
                  <a:schemeClr val="dk1"/>
                </a:solidFill>
                <a:latin typeface="Palatino Linotype"/>
                <a:ea typeface="Palatino Linotype"/>
                <a:cs typeface="Palatino Linotype"/>
                <a:sym typeface="Palatino Linotype"/>
              </a:defRPr>
            </a:lvl5pPr>
            <a:lvl6pPr marR="0" lvl="5" algn="l" rtl="0">
              <a:lnSpc>
                <a:spcPct val="100000"/>
              </a:lnSpc>
              <a:spcBef>
                <a:spcPts val="0"/>
              </a:spcBef>
              <a:spcAft>
                <a:spcPts val="0"/>
              </a:spcAft>
              <a:buSzPts val="1400"/>
              <a:buNone/>
              <a:defRPr sz="1800" b="0" i="0" u="none" strike="noStrike" cap="none">
                <a:solidFill>
                  <a:schemeClr val="dk1"/>
                </a:solidFill>
                <a:latin typeface="Palatino Linotype"/>
                <a:ea typeface="Palatino Linotype"/>
                <a:cs typeface="Palatino Linotype"/>
                <a:sym typeface="Palatino Linotype"/>
              </a:defRPr>
            </a:lvl6pPr>
            <a:lvl7pPr marR="0" lvl="6" algn="l" rtl="0">
              <a:lnSpc>
                <a:spcPct val="100000"/>
              </a:lnSpc>
              <a:spcBef>
                <a:spcPts val="0"/>
              </a:spcBef>
              <a:spcAft>
                <a:spcPts val="0"/>
              </a:spcAft>
              <a:buSzPts val="1400"/>
              <a:buNone/>
              <a:defRPr sz="1800" b="0" i="0" u="none" strike="noStrike" cap="none">
                <a:solidFill>
                  <a:schemeClr val="dk1"/>
                </a:solidFill>
                <a:latin typeface="Palatino Linotype"/>
                <a:ea typeface="Palatino Linotype"/>
                <a:cs typeface="Palatino Linotype"/>
                <a:sym typeface="Palatino Linotype"/>
              </a:defRPr>
            </a:lvl7pPr>
            <a:lvl8pPr marR="0" lvl="7" algn="l" rtl="0">
              <a:lnSpc>
                <a:spcPct val="100000"/>
              </a:lnSpc>
              <a:spcBef>
                <a:spcPts val="0"/>
              </a:spcBef>
              <a:spcAft>
                <a:spcPts val="0"/>
              </a:spcAft>
              <a:buSzPts val="1400"/>
              <a:buNone/>
              <a:defRPr sz="1800" b="0" i="0" u="none" strike="noStrike" cap="none">
                <a:solidFill>
                  <a:schemeClr val="dk1"/>
                </a:solidFill>
                <a:latin typeface="Palatino Linotype"/>
                <a:ea typeface="Palatino Linotype"/>
                <a:cs typeface="Palatino Linotype"/>
                <a:sym typeface="Palatino Linotype"/>
              </a:defRPr>
            </a:lvl8pPr>
            <a:lvl9pPr marR="0" lvl="8" algn="l" rtl="0">
              <a:lnSpc>
                <a:spcPct val="100000"/>
              </a:lnSpc>
              <a:spcBef>
                <a:spcPts val="0"/>
              </a:spcBef>
              <a:spcAft>
                <a:spcPts val="0"/>
              </a:spcAft>
              <a:buSzPts val="1400"/>
              <a:buNone/>
              <a:defRPr sz="1800" b="0" i="0" u="none" strike="noStrike" cap="none">
                <a:solidFill>
                  <a:schemeClr val="dk1"/>
                </a:solidFill>
                <a:latin typeface="Palatino Linotype"/>
                <a:ea typeface="Palatino Linotype"/>
                <a:cs typeface="Palatino Linotype"/>
                <a:sym typeface="Palatino Linotype"/>
              </a:defRPr>
            </a:lvl9pPr>
          </a:lstStyle>
          <a:p>
            <a:r>
              <a:rPr lang="en-US"/>
              <a:t>First Review</a:t>
            </a:r>
          </a:p>
        </p:txBody>
      </p:sp>
    </p:spTree>
  </p:cSld>
  <p:clrMapOvr>
    <a:masterClrMapping/>
  </p:clrMapOvr>
  <p:transition spd="med">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0"/>
        <p:cNvGrpSpPr/>
        <p:nvPr/>
      </p:nvGrpSpPr>
      <p:grpSpPr>
        <a:xfrm>
          <a:off x="0" y="0"/>
          <a:ext cx="0" cy="0"/>
          <a:chOff x="0" y="0"/>
          <a:chExt cx="0" cy="0"/>
        </a:xfrm>
      </p:grpSpPr>
      <p:sp>
        <p:nvSpPr>
          <p:cNvPr id="41" name="Google Shape;41;p5"/>
          <p:cNvSpPr txBox="1">
            <a:spLocks noGrp="1"/>
          </p:cNvSpPr>
          <p:nvPr>
            <p:ph type="body" idx="1"/>
          </p:nvPr>
        </p:nvSpPr>
        <p:spPr>
          <a:xfrm>
            <a:off x="6578600" y="1447800"/>
            <a:ext cx="4998600" cy="4572000"/>
          </a:xfrm>
          <a:prstGeom prst="rect">
            <a:avLst/>
          </a:prstGeom>
          <a:noFill/>
          <a:ln>
            <a:noFill/>
          </a:ln>
        </p:spPr>
        <p:txBody>
          <a:bodyPr spcFirstLastPara="1" wrap="square" lIns="91425" tIns="45700" rIns="91425" bIns="45700" anchor="t" anchorCtr="0">
            <a:noAutofit/>
          </a:bodyPr>
          <a:lstStyle>
            <a:lvl1pPr marL="457200" lvl="0" indent="-325755" algn="l" rtl="0">
              <a:spcBef>
                <a:spcPts val="575"/>
              </a:spcBef>
              <a:spcAft>
                <a:spcPts val="0"/>
              </a:spcAft>
              <a:buSzPts val="1530"/>
              <a:buChar char="⚫"/>
              <a:defRPr/>
            </a:lvl1pPr>
            <a:lvl2pPr marL="914400" lvl="1" indent="-325755" algn="l" rtl="0">
              <a:spcBef>
                <a:spcPts val="375"/>
              </a:spcBef>
              <a:spcAft>
                <a:spcPts val="0"/>
              </a:spcAft>
              <a:buSzPts val="1530"/>
              <a:buChar char="⚫"/>
              <a:defRPr/>
            </a:lvl2pPr>
            <a:lvl3pPr marL="1371600" lvl="2" indent="-325755" algn="l" rtl="0">
              <a:spcBef>
                <a:spcPts val="375"/>
              </a:spcBef>
              <a:spcAft>
                <a:spcPts val="0"/>
              </a:spcAft>
              <a:buSzPts val="1530"/>
              <a:buChar char="⚫"/>
              <a:defRPr/>
            </a:lvl3pPr>
            <a:lvl4pPr marL="1828800" lvl="3" indent="-320040" algn="l" rtl="0">
              <a:spcBef>
                <a:spcPts val="375"/>
              </a:spcBef>
              <a:spcAft>
                <a:spcPts val="0"/>
              </a:spcAft>
              <a:buSzPts val="1440"/>
              <a:buChar char="⚫"/>
              <a:defRPr/>
            </a:lvl4pPr>
            <a:lvl5pPr marL="2286000" lvl="4" indent="-342900" algn="l" rtl="0">
              <a:spcBef>
                <a:spcPts val="375"/>
              </a:spcBef>
              <a:spcAft>
                <a:spcPts val="0"/>
              </a:spcAft>
              <a:buSzPts val="1800"/>
              <a:buChar char="•"/>
              <a:defRPr/>
            </a:lvl5pPr>
            <a:lvl6pPr marL="2743200" lvl="5" indent="-342900" algn="l" rtl="0">
              <a:spcBef>
                <a:spcPts val="370"/>
              </a:spcBef>
              <a:spcAft>
                <a:spcPts val="0"/>
              </a:spcAft>
              <a:buSzPts val="1800"/>
              <a:buChar char="•"/>
              <a:defRPr/>
            </a:lvl6pPr>
            <a:lvl7pPr marL="3200400" lvl="6" indent="-342900" algn="l" rtl="0">
              <a:spcBef>
                <a:spcPts val="370"/>
              </a:spcBef>
              <a:spcAft>
                <a:spcPts val="0"/>
              </a:spcAft>
              <a:buSzPts val="1800"/>
              <a:buChar char="•"/>
              <a:defRPr/>
            </a:lvl7pPr>
            <a:lvl8pPr marL="3657600" lvl="7" indent="-342900" algn="l" rtl="0">
              <a:spcBef>
                <a:spcPts val="370"/>
              </a:spcBef>
              <a:spcAft>
                <a:spcPts val="0"/>
              </a:spcAft>
              <a:buSzPts val="1800"/>
              <a:buChar char="•"/>
              <a:defRPr/>
            </a:lvl8pPr>
            <a:lvl9pPr marL="4114800" lvl="8" indent="-342900" algn="l" rtl="0">
              <a:spcBef>
                <a:spcPts val="370"/>
              </a:spcBef>
              <a:spcAft>
                <a:spcPts val="0"/>
              </a:spcAft>
              <a:buSzPts val="1800"/>
              <a:buChar char="•"/>
              <a:defRPr/>
            </a:lvl9pPr>
          </a:lstStyle>
          <a:p>
            <a:endParaRPr/>
          </a:p>
        </p:txBody>
      </p:sp>
      <p:sp>
        <p:nvSpPr>
          <p:cNvPr id="42" name="Google Shape;42;p5"/>
          <p:cNvSpPr txBox="1">
            <a:spLocks noGrp="1"/>
          </p:cNvSpPr>
          <p:nvPr>
            <p:ph type="body" idx="2"/>
          </p:nvPr>
        </p:nvSpPr>
        <p:spPr>
          <a:xfrm>
            <a:off x="1219200" y="1447800"/>
            <a:ext cx="4998600" cy="4572000"/>
          </a:xfrm>
          <a:prstGeom prst="rect">
            <a:avLst/>
          </a:prstGeom>
          <a:noFill/>
          <a:ln>
            <a:noFill/>
          </a:ln>
        </p:spPr>
        <p:txBody>
          <a:bodyPr spcFirstLastPara="1" wrap="square" lIns="91425" tIns="45700" rIns="91425" bIns="45700" anchor="t" anchorCtr="0">
            <a:noAutofit/>
          </a:bodyPr>
          <a:lstStyle>
            <a:lvl1pPr marL="457200" lvl="0" indent="-325755" algn="l" rtl="0">
              <a:spcBef>
                <a:spcPts val="575"/>
              </a:spcBef>
              <a:spcAft>
                <a:spcPts val="0"/>
              </a:spcAft>
              <a:buSzPts val="1530"/>
              <a:buChar char="⚫"/>
              <a:defRPr/>
            </a:lvl1pPr>
            <a:lvl2pPr marL="914400" lvl="1" indent="-325755" algn="l" rtl="0">
              <a:spcBef>
                <a:spcPts val="375"/>
              </a:spcBef>
              <a:spcAft>
                <a:spcPts val="0"/>
              </a:spcAft>
              <a:buSzPts val="1530"/>
              <a:buChar char="⚫"/>
              <a:defRPr/>
            </a:lvl2pPr>
            <a:lvl3pPr marL="1371600" lvl="2" indent="-325755" algn="l" rtl="0">
              <a:spcBef>
                <a:spcPts val="375"/>
              </a:spcBef>
              <a:spcAft>
                <a:spcPts val="0"/>
              </a:spcAft>
              <a:buSzPts val="1530"/>
              <a:buChar char="⚫"/>
              <a:defRPr/>
            </a:lvl3pPr>
            <a:lvl4pPr marL="1828800" lvl="3" indent="-320040" algn="l" rtl="0">
              <a:spcBef>
                <a:spcPts val="375"/>
              </a:spcBef>
              <a:spcAft>
                <a:spcPts val="0"/>
              </a:spcAft>
              <a:buSzPts val="1440"/>
              <a:buChar char="⚫"/>
              <a:defRPr/>
            </a:lvl4pPr>
            <a:lvl5pPr marL="2286000" lvl="4" indent="-342900" algn="l" rtl="0">
              <a:spcBef>
                <a:spcPts val="375"/>
              </a:spcBef>
              <a:spcAft>
                <a:spcPts val="0"/>
              </a:spcAft>
              <a:buSzPts val="1800"/>
              <a:buChar char="•"/>
              <a:defRPr/>
            </a:lvl5pPr>
            <a:lvl6pPr marL="2743200" lvl="5" indent="-342900" algn="l" rtl="0">
              <a:spcBef>
                <a:spcPts val="370"/>
              </a:spcBef>
              <a:spcAft>
                <a:spcPts val="0"/>
              </a:spcAft>
              <a:buSzPts val="1800"/>
              <a:buChar char="•"/>
              <a:defRPr/>
            </a:lvl6pPr>
            <a:lvl7pPr marL="3200400" lvl="6" indent="-342900" algn="l" rtl="0">
              <a:spcBef>
                <a:spcPts val="370"/>
              </a:spcBef>
              <a:spcAft>
                <a:spcPts val="0"/>
              </a:spcAft>
              <a:buSzPts val="1800"/>
              <a:buChar char="•"/>
              <a:defRPr/>
            </a:lvl7pPr>
            <a:lvl8pPr marL="3657600" lvl="7" indent="-342900" algn="l" rtl="0">
              <a:spcBef>
                <a:spcPts val="370"/>
              </a:spcBef>
              <a:spcAft>
                <a:spcPts val="0"/>
              </a:spcAft>
              <a:buSzPts val="1800"/>
              <a:buChar char="•"/>
              <a:defRPr/>
            </a:lvl8pPr>
            <a:lvl9pPr marL="4114800" lvl="8" indent="-342900" algn="l" rtl="0">
              <a:spcBef>
                <a:spcPts val="370"/>
              </a:spcBef>
              <a:spcAft>
                <a:spcPts val="0"/>
              </a:spcAft>
              <a:buSzPts val="1800"/>
              <a:buChar char="•"/>
              <a:defRPr/>
            </a:lvl9pPr>
          </a:lstStyle>
          <a:p>
            <a:endParaRPr/>
          </a:p>
        </p:txBody>
      </p:sp>
      <p:sp>
        <p:nvSpPr>
          <p:cNvPr id="43" name="Google Shape;43;p5"/>
          <p:cNvSpPr txBox="1">
            <a:spLocks noGrp="1"/>
          </p:cNvSpPr>
          <p:nvPr>
            <p:ph type="title"/>
          </p:nvPr>
        </p:nvSpPr>
        <p:spPr>
          <a:xfrm>
            <a:off x="1219200" y="274637"/>
            <a:ext cx="10363200" cy="1143000"/>
          </a:xfrm>
          <a:prstGeom prst="rect">
            <a:avLst/>
          </a:prstGeom>
          <a:noFill/>
          <a:ln>
            <a:noFill/>
          </a:ln>
        </p:spPr>
        <p:txBody>
          <a:bodyPr spcFirstLastPara="1" wrap="square" lIns="91425" tIns="45700" rIns="91425" bIns="91425" anchor="b"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6" name="Google Shape;46;p5"/>
          <p:cNvSpPr>
            <a:spLocks noGrp="1"/>
          </p:cNvSpPr>
          <p:nvPr>
            <p:ph type="sldNum" idx="12"/>
          </p:nvPr>
        </p:nvSpPr>
        <p:spPr>
          <a:xfrm>
            <a:off x="195262" y="6210300"/>
            <a:ext cx="609600" cy="457200"/>
          </a:xfrm>
          <a:prstGeom prst="ellipse">
            <a:avLst/>
          </a:prstGeom>
          <a:solidFill>
            <a:srgbClr val="0E58C4"/>
          </a:solidFill>
          <a:ln w="9525" cap="flat" cmpd="sng">
            <a:solidFill>
              <a:srgbClr val="0E58C4"/>
            </a:solidFill>
            <a:prstDash val="solid"/>
            <a:miter lim="800000"/>
            <a:headEnd type="none" w="sm" len="sm"/>
            <a:tailEnd type="none" w="sm" len="sm"/>
          </a:ln>
        </p:spPr>
        <p:txBody>
          <a:bodyPr spcFirstLastPara="1" wrap="square" lIns="0" tIns="0" rIns="0" bIns="0" anchor="ctr" anchorCtr="1">
            <a:noAutofit/>
          </a:bodyPr>
          <a:lstStyle>
            <a:lvl1pPr marL="0" marR="0" lvl="0" indent="0" algn="ctr" rtl="0">
              <a:lnSpc>
                <a:spcPct val="100000"/>
              </a:lnSpc>
              <a:spcBef>
                <a:spcPts val="0"/>
              </a:spcBef>
              <a:spcAft>
                <a:spcPts val="0"/>
              </a:spcAft>
              <a:buClr>
                <a:schemeClr val="lt1"/>
              </a:buClr>
              <a:buSzPts val="1400"/>
              <a:buFont typeface="Century Gothic"/>
              <a:buNone/>
              <a:defRPr sz="1400" b="0" i="0" u="none">
                <a:solidFill>
                  <a:schemeClr val="lt1"/>
                </a:solidFill>
                <a:latin typeface="Century Gothic"/>
                <a:ea typeface="Century Gothic"/>
                <a:cs typeface="Century Gothic"/>
                <a:sym typeface="Century Gothic"/>
              </a:defRPr>
            </a:lvl1pPr>
            <a:lvl2pPr marL="0" marR="0" lvl="1" indent="0" algn="ctr" rtl="0">
              <a:lnSpc>
                <a:spcPct val="100000"/>
              </a:lnSpc>
              <a:spcBef>
                <a:spcPts val="0"/>
              </a:spcBef>
              <a:spcAft>
                <a:spcPts val="0"/>
              </a:spcAft>
              <a:buClr>
                <a:schemeClr val="lt1"/>
              </a:buClr>
              <a:buSzPts val="1400"/>
              <a:buFont typeface="Century Gothic"/>
              <a:buNone/>
              <a:defRPr sz="1400" b="0" i="0" u="none">
                <a:solidFill>
                  <a:schemeClr val="lt1"/>
                </a:solidFill>
                <a:latin typeface="Century Gothic"/>
                <a:ea typeface="Century Gothic"/>
                <a:cs typeface="Century Gothic"/>
                <a:sym typeface="Century Gothic"/>
              </a:defRPr>
            </a:lvl2pPr>
            <a:lvl3pPr marL="0" marR="0" lvl="2" indent="0" algn="ctr" rtl="0">
              <a:lnSpc>
                <a:spcPct val="100000"/>
              </a:lnSpc>
              <a:spcBef>
                <a:spcPts val="0"/>
              </a:spcBef>
              <a:spcAft>
                <a:spcPts val="0"/>
              </a:spcAft>
              <a:buClr>
                <a:schemeClr val="lt1"/>
              </a:buClr>
              <a:buSzPts val="1400"/>
              <a:buFont typeface="Century Gothic"/>
              <a:buNone/>
              <a:defRPr sz="1400" b="0" i="0" u="none">
                <a:solidFill>
                  <a:schemeClr val="lt1"/>
                </a:solidFill>
                <a:latin typeface="Century Gothic"/>
                <a:ea typeface="Century Gothic"/>
                <a:cs typeface="Century Gothic"/>
                <a:sym typeface="Century Gothic"/>
              </a:defRPr>
            </a:lvl3pPr>
            <a:lvl4pPr marL="0" marR="0" lvl="3" indent="0" algn="ctr" rtl="0">
              <a:lnSpc>
                <a:spcPct val="100000"/>
              </a:lnSpc>
              <a:spcBef>
                <a:spcPts val="0"/>
              </a:spcBef>
              <a:spcAft>
                <a:spcPts val="0"/>
              </a:spcAft>
              <a:buClr>
                <a:schemeClr val="lt1"/>
              </a:buClr>
              <a:buSzPts val="1400"/>
              <a:buFont typeface="Century Gothic"/>
              <a:buNone/>
              <a:defRPr sz="1400" b="0" i="0" u="none">
                <a:solidFill>
                  <a:schemeClr val="lt1"/>
                </a:solidFill>
                <a:latin typeface="Century Gothic"/>
                <a:ea typeface="Century Gothic"/>
                <a:cs typeface="Century Gothic"/>
                <a:sym typeface="Century Gothic"/>
              </a:defRPr>
            </a:lvl4pPr>
            <a:lvl5pPr marL="0" marR="0" lvl="4" indent="0" algn="ctr" rtl="0">
              <a:lnSpc>
                <a:spcPct val="100000"/>
              </a:lnSpc>
              <a:spcBef>
                <a:spcPts val="0"/>
              </a:spcBef>
              <a:spcAft>
                <a:spcPts val="0"/>
              </a:spcAft>
              <a:buClr>
                <a:schemeClr val="lt1"/>
              </a:buClr>
              <a:buSzPts val="1400"/>
              <a:buFont typeface="Century Gothic"/>
              <a:buNone/>
              <a:defRPr sz="1400" b="0" i="0" u="none">
                <a:solidFill>
                  <a:schemeClr val="lt1"/>
                </a:solidFill>
                <a:latin typeface="Century Gothic"/>
                <a:ea typeface="Century Gothic"/>
                <a:cs typeface="Century Gothic"/>
                <a:sym typeface="Century Gothic"/>
              </a:defRPr>
            </a:lvl5pPr>
            <a:lvl6pPr marL="0" marR="0" lvl="5" indent="0" algn="ctr" rtl="0">
              <a:lnSpc>
                <a:spcPct val="100000"/>
              </a:lnSpc>
              <a:spcBef>
                <a:spcPts val="0"/>
              </a:spcBef>
              <a:spcAft>
                <a:spcPts val="0"/>
              </a:spcAft>
              <a:buClr>
                <a:schemeClr val="lt1"/>
              </a:buClr>
              <a:buSzPts val="1400"/>
              <a:buFont typeface="Century Gothic"/>
              <a:buNone/>
              <a:defRPr sz="1400" b="0" i="0" u="none">
                <a:solidFill>
                  <a:schemeClr val="lt1"/>
                </a:solidFill>
                <a:latin typeface="Century Gothic"/>
                <a:ea typeface="Century Gothic"/>
                <a:cs typeface="Century Gothic"/>
                <a:sym typeface="Century Gothic"/>
              </a:defRPr>
            </a:lvl6pPr>
            <a:lvl7pPr marL="0" marR="0" lvl="6" indent="0" algn="ctr" rtl="0">
              <a:lnSpc>
                <a:spcPct val="100000"/>
              </a:lnSpc>
              <a:spcBef>
                <a:spcPts val="0"/>
              </a:spcBef>
              <a:spcAft>
                <a:spcPts val="0"/>
              </a:spcAft>
              <a:buClr>
                <a:schemeClr val="lt1"/>
              </a:buClr>
              <a:buSzPts val="1400"/>
              <a:buFont typeface="Century Gothic"/>
              <a:buNone/>
              <a:defRPr sz="1400" b="0" i="0" u="none">
                <a:solidFill>
                  <a:schemeClr val="lt1"/>
                </a:solidFill>
                <a:latin typeface="Century Gothic"/>
                <a:ea typeface="Century Gothic"/>
                <a:cs typeface="Century Gothic"/>
                <a:sym typeface="Century Gothic"/>
              </a:defRPr>
            </a:lvl7pPr>
            <a:lvl8pPr marL="0" marR="0" lvl="7" indent="0" algn="ctr" rtl="0">
              <a:lnSpc>
                <a:spcPct val="100000"/>
              </a:lnSpc>
              <a:spcBef>
                <a:spcPts val="0"/>
              </a:spcBef>
              <a:spcAft>
                <a:spcPts val="0"/>
              </a:spcAft>
              <a:buClr>
                <a:schemeClr val="lt1"/>
              </a:buClr>
              <a:buSzPts val="1400"/>
              <a:buFont typeface="Century Gothic"/>
              <a:buNone/>
              <a:defRPr sz="1400" b="0" i="0" u="none">
                <a:solidFill>
                  <a:schemeClr val="lt1"/>
                </a:solidFill>
                <a:latin typeface="Century Gothic"/>
                <a:ea typeface="Century Gothic"/>
                <a:cs typeface="Century Gothic"/>
                <a:sym typeface="Century Gothic"/>
              </a:defRPr>
            </a:lvl8pPr>
            <a:lvl9pPr marL="0" marR="0" lvl="8" indent="0" algn="ctr" rtl="0">
              <a:lnSpc>
                <a:spcPct val="100000"/>
              </a:lnSpc>
              <a:spcBef>
                <a:spcPts val="0"/>
              </a:spcBef>
              <a:spcAft>
                <a:spcPts val="0"/>
              </a:spcAft>
              <a:buClr>
                <a:schemeClr val="lt1"/>
              </a:buClr>
              <a:buSzPts val="1400"/>
              <a:buFont typeface="Century Gothic"/>
              <a:buNone/>
              <a:defRPr sz="1400" b="0" i="0" u="none">
                <a:solidFill>
                  <a:schemeClr val="lt1"/>
                </a:solidFill>
                <a:latin typeface="Century Gothic"/>
                <a:ea typeface="Century Gothic"/>
                <a:cs typeface="Century Gothic"/>
                <a:sym typeface="Century Gothic"/>
              </a:defRPr>
            </a:lvl9pPr>
          </a:lstStyle>
          <a:p>
            <a:pPr marL="0" lvl="0" indent="0" algn="ctr" rtl="0">
              <a:spcBef>
                <a:spcPts val="0"/>
              </a:spcBef>
              <a:spcAft>
                <a:spcPts val="0"/>
              </a:spcAft>
              <a:buNone/>
            </a:pPr>
            <a:fld id="{00000000-1234-1234-1234-123412341234}" type="slidenum">
              <a:rPr lang="en-US"/>
              <a:pPr marL="0" lvl="0" indent="0" algn="ctr" rtl="0">
                <a:spcBef>
                  <a:spcPts val="0"/>
                </a:spcBef>
                <a:spcAft>
                  <a:spcPts val="0"/>
                </a:spcAft>
                <a:buNone/>
              </a:pPr>
              <a:t>‹#›</a:t>
            </a:fld>
            <a:endParaRPr lang="en-US"/>
          </a:p>
        </p:txBody>
      </p:sp>
      <p:sp>
        <p:nvSpPr>
          <p:cNvPr id="30" name="Google Shape;30;p3"/>
          <p:cNvSpPr txBox="1"/>
          <p:nvPr userDrawn="1"/>
        </p:nvSpPr>
        <p:spPr>
          <a:xfrm>
            <a:off x="1346200" y="6299200"/>
            <a:ext cx="5283300" cy="457200"/>
          </a:xfrm>
          <a:prstGeom prst="rect">
            <a:avLst/>
          </a:prstGeom>
          <a:noFill/>
          <a:ln>
            <a:noFill/>
          </a:ln>
        </p:spPr>
        <p:txBody>
          <a:bodyPr wrap="square" lIns="91425" tIns="45700" rIns="91425" bIns="45700" anchor="ctr" anchorCtr="0">
            <a:noAutofit/>
          </a:bodyPr>
          <a:lstStyle>
            <a:lvl1pPr marR="0" lvl="0" algn="l" rtl="0">
              <a:lnSpc>
                <a:spcPct val="100000"/>
              </a:lnSpc>
              <a:spcBef>
                <a:spcPts val="0"/>
              </a:spcBef>
              <a:spcAft>
                <a:spcPts val="0"/>
              </a:spcAft>
              <a:buSzPts val="1400"/>
              <a:buNone/>
              <a:defRPr sz="1400" b="0" i="0" u="none">
                <a:solidFill>
                  <a:schemeClr val="dk2"/>
                </a:solidFill>
                <a:latin typeface="Palatino Linotype"/>
                <a:ea typeface="Palatino Linotype"/>
                <a:cs typeface="Palatino Linotype"/>
                <a:sym typeface="Palatino Linotype"/>
              </a:defRPr>
            </a:lvl1pPr>
            <a:lvl2pPr marR="0" lvl="1" algn="l" rtl="0">
              <a:lnSpc>
                <a:spcPct val="100000"/>
              </a:lnSpc>
              <a:spcBef>
                <a:spcPts val="0"/>
              </a:spcBef>
              <a:spcAft>
                <a:spcPts val="0"/>
              </a:spcAft>
              <a:buSzPts val="1400"/>
              <a:buNone/>
              <a:defRPr sz="1800" b="0" i="0" u="none" strike="noStrike" cap="none">
                <a:solidFill>
                  <a:schemeClr val="dk1"/>
                </a:solidFill>
                <a:latin typeface="Palatino Linotype"/>
                <a:ea typeface="Palatino Linotype"/>
                <a:cs typeface="Palatino Linotype"/>
                <a:sym typeface="Palatino Linotype"/>
              </a:defRPr>
            </a:lvl2pPr>
            <a:lvl3pPr marR="0" lvl="2" algn="l" rtl="0">
              <a:lnSpc>
                <a:spcPct val="100000"/>
              </a:lnSpc>
              <a:spcBef>
                <a:spcPts val="0"/>
              </a:spcBef>
              <a:spcAft>
                <a:spcPts val="0"/>
              </a:spcAft>
              <a:buSzPts val="1400"/>
              <a:buNone/>
              <a:defRPr sz="1800" b="0" i="0" u="none" strike="noStrike" cap="none">
                <a:solidFill>
                  <a:schemeClr val="dk1"/>
                </a:solidFill>
                <a:latin typeface="Palatino Linotype"/>
                <a:ea typeface="Palatino Linotype"/>
                <a:cs typeface="Palatino Linotype"/>
                <a:sym typeface="Palatino Linotype"/>
              </a:defRPr>
            </a:lvl3pPr>
            <a:lvl4pPr marR="0" lvl="3" algn="l" rtl="0">
              <a:lnSpc>
                <a:spcPct val="100000"/>
              </a:lnSpc>
              <a:spcBef>
                <a:spcPts val="0"/>
              </a:spcBef>
              <a:spcAft>
                <a:spcPts val="0"/>
              </a:spcAft>
              <a:buSzPts val="1400"/>
              <a:buNone/>
              <a:defRPr sz="1800" b="0" i="0" u="none" strike="noStrike" cap="none">
                <a:solidFill>
                  <a:schemeClr val="dk1"/>
                </a:solidFill>
                <a:latin typeface="Palatino Linotype"/>
                <a:ea typeface="Palatino Linotype"/>
                <a:cs typeface="Palatino Linotype"/>
                <a:sym typeface="Palatino Linotype"/>
              </a:defRPr>
            </a:lvl4pPr>
            <a:lvl5pPr marR="0" lvl="4" algn="l" rtl="0">
              <a:lnSpc>
                <a:spcPct val="100000"/>
              </a:lnSpc>
              <a:spcBef>
                <a:spcPts val="0"/>
              </a:spcBef>
              <a:spcAft>
                <a:spcPts val="0"/>
              </a:spcAft>
              <a:buSzPts val="1400"/>
              <a:buNone/>
              <a:defRPr sz="1800" b="0" i="0" u="none" strike="noStrike" cap="none">
                <a:solidFill>
                  <a:schemeClr val="dk1"/>
                </a:solidFill>
                <a:latin typeface="Palatino Linotype"/>
                <a:ea typeface="Palatino Linotype"/>
                <a:cs typeface="Palatino Linotype"/>
                <a:sym typeface="Palatino Linotype"/>
              </a:defRPr>
            </a:lvl5pPr>
            <a:lvl6pPr marR="0" lvl="5" algn="l" rtl="0">
              <a:lnSpc>
                <a:spcPct val="100000"/>
              </a:lnSpc>
              <a:spcBef>
                <a:spcPts val="0"/>
              </a:spcBef>
              <a:spcAft>
                <a:spcPts val="0"/>
              </a:spcAft>
              <a:buSzPts val="1400"/>
              <a:buNone/>
              <a:defRPr sz="1800" b="0" i="0" u="none" strike="noStrike" cap="none">
                <a:solidFill>
                  <a:schemeClr val="dk1"/>
                </a:solidFill>
                <a:latin typeface="Palatino Linotype"/>
                <a:ea typeface="Palatino Linotype"/>
                <a:cs typeface="Palatino Linotype"/>
                <a:sym typeface="Palatino Linotype"/>
              </a:defRPr>
            </a:lvl6pPr>
            <a:lvl7pPr marR="0" lvl="6" algn="l" rtl="0">
              <a:lnSpc>
                <a:spcPct val="100000"/>
              </a:lnSpc>
              <a:spcBef>
                <a:spcPts val="0"/>
              </a:spcBef>
              <a:spcAft>
                <a:spcPts val="0"/>
              </a:spcAft>
              <a:buSzPts val="1400"/>
              <a:buNone/>
              <a:defRPr sz="1800" b="0" i="0" u="none" strike="noStrike" cap="none">
                <a:solidFill>
                  <a:schemeClr val="dk1"/>
                </a:solidFill>
                <a:latin typeface="Palatino Linotype"/>
                <a:ea typeface="Palatino Linotype"/>
                <a:cs typeface="Palatino Linotype"/>
                <a:sym typeface="Palatino Linotype"/>
              </a:defRPr>
            </a:lvl7pPr>
            <a:lvl8pPr marR="0" lvl="7" algn="l" rtl="0">
              <a:lnSpc>
                <a:spcPct val="100000"/>
              </a:lnSpc>
              <a:spcBef>
                <a:spcPts val="0"/>
              </a:spcBef>
              <a:spcAft>
                <a:spcPts val="0"/>
              </a:spcAft>
              <a:buSzPts val="1400"/>
              <a:buNone/>
              <a:defRPr sz="1800" b="0" i="0" u="none" strike="noStrike" cap="none">
                <a:solidFill>
                  <a:schemeClr val="dk1"/>
                </a:solidFill>
                <a:latin typeface="Palatino Linotype"/>
                <a:ea typeface="Palatino Linotype"/>
                <a:cs typeface="Palatino Linotype"/>
                <a:sym typeface="Palatino Linotype"/>
              </a:defRPr>
            </a:lvl8pPr>
            <a:lvl9pPr marR="0" lvl="8" algn="l" rtl="0">
              <a:lnSpc>
                <a:spcPct val="100000"/>
              </a:lnSpc>
              <a:spcBef>
                <a:spcPts val="0"/>
              </a:spcBef>
              <a:spcAft>
                <a:spcPts val="0"/>
              </a:spcAft>
              <a:buSzPts val="1400"/>
              <a:buNone/>
              <a:defRPr sz="1800" b="0" i="0" u="none" strike="noStrike" cap="none">
                <a:solidFill>
                  <a:schemeClr val="dk1"/>
                </a:solidFill>
                <a:latin typeface="Palatino Linotype"/>
                <a:ea typeface="Palatino Linotype"/>
                <a:cs typeface="Palatino Linotype"/>
                <a:sym typeface="Palatino Linotype"/>
              </a:defRPr>
            </a:lvl9pPr>
          </a:lstStyle>
          <a:p>
            <a:r>
              <a:rPr lang="en-US"/>
              <a:t>First Review</a:t>
            </a:r>
          </a:p>
        </p:txBody>
      </p:sp>
    </p:spTree>
  </p:cSld>
  <p:clrMapOvr>
    <a:masterClrMapping/>
  </p:clrMapOvr>
  <p:transition spd="med">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7"/>
        <p:cNvGrpSpPr/>
        <p:nvPr/>
      </p:nvGrpSpPr>
      <p:grpSpPr>
        <a:xfrm>
          <a:off x="0" y="0"/>
          <a:ext cx="0" cy="0"/>
          <a:chOff x="0" y="0"/>
          <a:chExt cx="0" cy="0"/>
        </a:xfrm>
      </p:grpSpPr>
      <p:sp>
        <p:nvSpPr>
          <p:cNvPr id="48" name="Google Shape;48;p6"/>
          <p:cNvSpPr txBox="1">
            <a:spLocks noGrp="1"/>
          </p:cNvSpPr>
          <p:nvPr>
            <p:ph type="title"/>
          </p:nvPr>
        </p:nvSpPr>
        <p:spPr>
          <a:xfrm>
            <a:off x="1219200" y="274637"/>
            <a:ext cx="10363200" cy="1143000"/>
          </a:xfrm>
          <a:prstGeom prst="rect">
            <a:avLst/>
          </a:prstGeom>
          <a:noFill/>
          <a:ln>
            <a:noFill/>
          </a:ln>
        </p:spPr>
        <p:txBody>
          <a:bodyPr spcFirstLastPara="1" wrap="square" lIns="91425" tIns="45700" rIns="91425" bIns="91425" anchor="b"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1" name="Google Shape;51;p6"/>
          <p:cNvSpPr>
            <a:spLocks noGrp="1"/>
          </p:cNvSpPr>
          <p:nvPr>
            <p:ph type="sldNum" idx="12"/>
          </p:nvPr>
        </p:nvSpPr>
        <p:spPr>
          <a:xfrm>
            <a:off x="195262" y="6210300"/>
            <a:ext cx="609600" cy="457200"/>
          </a:xfrm>
          <a:prstGeom prst="ellipse">
            <a:avLst/>
          </a:prstGeom>
          <a:solidFill>
            <a:srgbClr val="0E58C4"/>
          </a:solidFill>
          <a:ln w="9525" cap="flat" cmpd="sng">
            <a:solidFill>
              <a:srgbClr val="0E58C4"/>
            </a:solidFill>
            <a:prstDash val="solid"/>
            <a:miter lim="800000"/>
            <a:headEnd type="none" w="sm" len="sm"/>
            <a:tailEnd type="none" w="sm" len="sm"/>
          </a:ln>
        </p:spPr>
        <p:txBody>
          <a:bodyPr spcFirstLastPara="1" wrap="square" lIns="0" tIns="0" rIns="0" bIns="0" anchor="ctr" anchorCtr="1">
            <a:noAutofit/>
          </a:bodyPr>
          <a:lstStyle>
            <a:lvl1pPr marL="0" marR="0" lvl="0" indent="0" algn="ctr" rtl="0">
              <a:lnSpc>
                <a:spcPct val="100000"/>
              </a:lnSpc>
              <a:spcBef>
                <a:spcPts val="0"/>
              </a:spcBef>
              <a:spcAft>
                <a:spcPts val="0"/>
              </a:spcAft>
              <a:buClr>
                <a:schemeClr val="lt1"/>
              </a:buClr>
              <a:buSzPts val="1400"/>
              <a:buFont typeface="Century Gothic"/>
              <a:buNone/>
              <a:defRPr sz="1400" b="0" i="0" u="none">
                <a:solidFill>
                  <a:schemeClr val="lt1"/>
                </a:solidFill>
                <a:latin typeface="Century Gothic"/>
                <a:ea typeface="Century Gothic"/>
                <a:cs typeface="Century Gothic"/>
                <a:sym typeface="Century Gothic"/>
              </a:defRPr>
            </a:lvl1pPr>
            <a:lvl2pPr marL="0" marR="0" lvl="1" indent="0" algn="ctr" rtl="0">
              <a:lnSpc>
                <a:spcPct val="100000"/>
              </a:lnSpc>
              <a:spcBef>
                <a:spcPts val="0"/>
              </a:spcBef>
              <a:spcAft>
                <a:spcPts val="0"/>
              </a:spcAft>
              <a:buClr>
                <a:schemeClr val="lt1"/>
              </a:buClr>
              <a:buSzPts val="1400"/>
              <a:buFont typeface="Century Gothic"/>
              <a:buNone/>
              <a:defRPr sz="1400" b="0" i="0" u="none">
                <a:solidFill>
                  <a:schemeClr val="lt1"/>
                </a:solidFill>
                <a:latin typeface="Century Gothic"/>
                <a:ea typeface="Century Gothic"/>
                <a:cs typeface="Century Gothic"/>
                <a:sym typeface="Century Gothic"/>
              </a:defRPr>
            </a:lvl2pPr>
            <a:lvl3pPr marL="0" marR="0" lvl="2" indent="0" algn="ctr" rtl="0">
              <a:lnSpc>
                <a:spcPct val="100000"/>
              </a:lnSpc>
              <a:spcBef>
                <a:spcPts val="0"/>
              </a:spcBef>
              <a:spcAft>
                <a:spcPts val="0"/>
              </a:spcAft>
              <a:buClr>
                <a:schemeClr val="lt1"/>
              </a:buClr>
              <a:buSzPts val="1400"/>
              <a:buFont typeface="Century Gothic"/>
              <a:buNone/>
              <a:defRPr sz="1400" b="0" i="0" u="none">
                <a:solidFill>
                  <a:schemeClr val="lt1"/>
                </a:solidFill>
                <a:latin typeface="Century Gothic"/>
                <a:ea typeface="Century Gothic"/>
                <a:cs typeface="Century Gothic"/>
                <a:sym typeface="Century Gothic"/>
              </a:defRPr>
            </a:lvl3pPr>
            <a:lvl4pPr marL="0" marR="0" lvl="3" indent="0" algn="ctr" rtl="0">
              <a:lnSpc>
                <a:spcPct val="100000"/>
              </a:lnSpc>
              <a:spcBef>
                <a:spcPts val="0"/>
              </a:spcBef>
              <a:spcAft>
                <a:spcPts val="0"/>
              </a:spcAft>
              <a:buClr>
                <a:schemeClr val="lt1"/>
              </a:buClr>
              <a:buSzPts val="1400"/>
              <a:buFont typeface="Century Gothic"/>
              <a:buNone/>
              <a:defRPr sz="1400" b="0" i="0" u="none">
                <a:solidFill>
                  <a:schemeClr val="lt1"/>
                </a:solidFill>
                <a:latin typeface="Century Gothic"/>
                <a:ea typeface="Century Gothic"/>
                <a:cs typeface="Century Gothic"/>
                <a:sym typeface="Century Gothic"/>
              </a:defRPr>
            </a:lvl4pPr>
            <a:lvl5pPr marL="0" marR="0" lvl="4" indent="0" algn="ctr" rtl="0">
              <a:lnSpc>
                <a:spcPct val="100000"/>
              </a:lnSpc>
              <a:spcBef>
                <a:spcPts val="0"/>
              </a:spcBef>
              <a:spcAft>
                <a:spcPts val="0"/>
              </a:spcAft>
              <a:buClr>
                <a:schemeClr val="lt1"/>
              </a:buClr>
              <a:buSzPts val="1400"/>
              <a:buFont typeface="Century Gothic"/>
              <a:buNone/>
              <a:defRPr sz="1400" b="0" i="0" u="none">
                <a:solidFill>
                  <a:schemeClr val="lt1"/>
                </a:solidFill>
                <a:latin typeface="Century Gothic"/>
                <a:ea typeface="Century Gothic"/>
                <a:cs typeface="Century Gothic"/>
                <a:sym typeface="Century Gothic"/>
              </a:defRPr>
            </a:lvl5pPr>
            <a:lvl6pPr marL="0" marR="0" lvl="5" indent="0" algn="ctr" rtl="0">
              <a:lnSpc>
                <a:spcPct val="100000"/>
              </a:lnSpc>
              <a:spcBef>
                <a:spcPts val="0"/>
              </a:spcBef>
              <a:spcAft>
                <a:spcPts val="0"/>
              </a:spcAft>
              <a:buClr>
                <a:schemeClr val="lt1"/>
              </a:buClr>
              <a:buSzPts val="1400"/>
              <a:buFont typeface="Century Gothic"/>
              <a:buNone/>
              <a:defRPr sz="1400" b="0" i="0" u="none">
                <a:solidFill>
                  <a:schemeClr val="lt1"/>
                </a:solidFill>
                <a:latin typeface="Century Gothic"/>
                <a:ea typeface="Century Gothic"/>
                <a:cs typeface="Century Gothic"/>
                <a:sym typeface="Century Gothic"/>
              </a:defRPr>
            </a:lvl6pPr>
            <a:lvl7pPr marL="0" marR="0" lvl="6" indent="0" algn="ctr" rtl="0">
              <a:lnSpc>
                <a:spcPct val="100000"/>
              </a:lnSpc>
              <a:spcBef>
                <a:spcPts val="0"/>
              </a:spcBef>
              <a:spcAft>
                <a:spcPts val="0"/>
              </a:spcAft>
              <a:buClr>
                <a:schemeClr val="lt1"/>
              </a:buClr>
              <a:buSzPts val="1400"/>
              <a:buFont typeface="Century Gothic"/>
              <a:buNone/>
              <a:defRPr sz="1400" b="0" i="0" u="none">
                <a:solidFill>
                  <a:schemeClr val="lt1"/>
                </a:solidFill>
                <a:latin typeface="Century Gothic"/>
                <a:ea typeface="Century Gothic"/>
                <a:cs typeface="Century Gothic"/>
                <a:sym typeface="Century Gothic"/>
              </a:defRPr>
            </a:lvl7pPr>
            <a:lvl8pPr marL="0" marR="0" lvl="7" indent="0" algn="ctr" rtl="0">
              <a:lnSpc>
                <a:spcPct val="100000"/>
              </a:lnSpc>
              <a:spcBef>
                <a:spcPts val="0"/>
              </a:spcBef>
              <a:spcAft>
                <a:spcPts val="0"/>
              </a:spcAft>
              <a:buClr>
                <a:schemeClr val="lt1"/>
              </a:buClr>
              <a:buSzPts val="1400"/>
              <a:buFont typeface="Century Gothic"/>
              <a:buNone/>
              <a:defRPr sz="1400" b="0" i="0" u="none">
                <a:solidFill>
                  <a:schemeClr val="lt1"/>
                </a:solidFill>
                <a:latin typeface="Century Gothic"/>
                <a:ea typeface="Century Gothic"/>
                <a:cs typeface="Century Gothic"/>
                <a:sym typeface="Century Gothic"/>
              </a:defRPr>
            </a:lvl8pPr>
            <a:lvl9pPr marL="0" marR="0" lvl="8" indent="0" algn="ctr" rtl="0">
              <a:lnSpc>
                <a:spcPct val="100000"/>
              </a:lnSpc>
              <a:spcBef>
                <a:spcPts val="0"/>
              </a:spcBef>
              <a:spcAft>
                <a:spcPts val="0"/>
              </a:spcAft>
              <a:buClr>
                <a:schemeClr val="lt1"/>
              </a:buClr>
              <a:buSzPts val="1400"/>
              <a:buFont typeface="Century Gothic"/>
              <a:buNone/>
              <a:defRPr sz="1400" b="0" i="0" u="none">
                <a:solidFill>
                  <a:schemeClr val="lt1"/>
                </a:solidFill>
                <a:latin typeface="Century Gothic"/>
                <a:ea typeface="Century Gothic"/>
                <a:cs typeface="Century Gothic"/>
                <a:sym typeface="Century Gothic"/>
              </a:defRPr>
            </a:lvl9pPr>
          </a:lstStyle>
          <a:p>
            <a:pPr marL="0" lvl="0" indent="0" algn="ctr" rtl="0">
              <a:spcBef>
                <a:spcPts val="0"/>
              </a:spcBef>
              <a:spcAft>
                <a:spcPts val="0"/>
              </a:spcAft>
              <a:buNone/>
            </a:pPr>
            <a:fld id="{00000000-1234-1234-1234-123412341234}" type="slidenum">
              <a:rPr lang="en-US"/>
              <a:pPr marL="0" lvl="0" indent="0" algn="ctr" rtl="0">
                <a:spcBef>
                  <a:spcPts val="0"/>
                </a:spcBef>
                <a:spcAft>
                  <a:spcPts val="0"/>
                </a:spcAft>
                <a:buNone/>
              </a:pPr>
              <a:t>‹#›</a:t>
            </a:fld>
            <a:endParaRPr lang="en-US"/>
          </a:p>
        </p:txBody>
      </p:sp>
      <p:sp>
        <p:nvSpPr>
          <p:cNvPr id="30" name="Google Shape;30;p3"/>
          <p:cNvSpPr txBox="1"/>
          <p:nvPr userDrawn="1"/>
        </p:nvSpPr>
        <p:spPr>
          <a:xfrm>
            <a:off x="1346200" y="6299200"/>
            <a:ext cx="5283300" cy="457200"/>
          </a:xfrm>
          <a:prstGeom prst="rect">
            <a:avLst/>
          </a:prstGeom>
          <a:noFill/>
          <a:ln>
            <a:noFill/>
          </a:ln>
        </p:spPr>
        <p:txBody>
          <a:bodyPr wrap="square" lIns="91425" tIns="45700" rIns="91425" bIns="45700" anchor="ctr" anchorCtr="0">
            <a:noAutofit/>
          </a:bodyPr>
          <a:lstStyle>
            <a:lvl1pPr marR="0" lvl="0" algn="l" rtl="0">
              <a:lnSpc>
                <a:spcPct val="100000"/>
              </a:lnSpc>
              <a:spcBef>
                <a:spcPts val="0"/>
              </a:spcBef>
              <a:spcAft>
                <a:spcPts val="0"/>
              </a:spcAft>
              <a:buSzPts val="1400"/>
              <a:buNone/>
              <a:defRPr sz="1400" b="0" i="0" u="none">
                <a:solidFill>
                  <a:schemeClr val="dk2"/>
                </a:solidFill>
                <a:latin typeface="Palatino Linotype"/>
                <a:ea typeface="Palatino Linotype"/>
                <a:cs typeface="Palatino Linotype"/>
                <a:sym typeface="Palatino Linotype"/>
              </a:defRPr>
            </a:lvl1pPr>
            <a:lvl2pPr marR="0" lvl="1" algn="l" rtl="0">
              <a:lnSpc>
                <a:spcPct val="100000"/>
              </a:lnSpc>
              <a:spcBef>
                <a:spcPts val="0"/>
              </a:spcBef>
              <a:spcAft>
                <a:spcPts val="0"/>
              </a:spcAft>
              <a:buSzPts val="1400"/>
              <a:buNone/>
              <a:defRPr sz="1800" b="0" i="0" u="none" strike="noStrike" cap="none">
                <a:solidFill>
                  <a:schemeClr val="dk1"/>
                </a:solidFill>
                <a:latin typeface="Palatino Linotype"/>
                <a:ea typeface="Palatino Linotype"/>
                <a:cs typeface="Palatino Linotype"/>
                <a:sym typeface="Palatino Linotype"/>
              </a:defRPr>
            </a:lvl2pPr>
            <a:lvl3pPr marR="0" lvl="2" algn="l" rtl="0">
              <a:lnSpc>
                <a:spcPct val="100000"/>
              </a:lnSpc>
              <a:spcBef>
                <a:spcPts val="0"/>
              </a:spcBef>
              <a:spcAft>
                <a:spcPts val="0"/>
              </a:spcAft>
              <a:buSzPts val="1400"/>
              <a:buNone/>
              <a:defRPr sz="1800" b="0" i="0" u="none" strike="noStrike" cap="none">
                <a:solidFill>
                  <a:schemeClr val="dk1"/>
                </a:solidFill>
                <a:latin typeface="Palatino Linotype"/>
                <a:ea typeface="Palatino Linotype"/>
                <a:cs typeface="Palatino Linotype"/>
                <a:sym typeface="Palatino Linotype"/>
              </a:defRPr>
            </a:lvl3pPr>
            <a:lvl4pPr marR="0" lvl="3" algn="l" rtl="0">
              <a:lnSpc>
                <a:spcPct val="100000"/>
              </a:lnSpc>
              <a:spcBef>
                <a:spcPts val="0"/>
              </a:spcBef>
              <a:spcAft>
                <a:spcPts val="0"/>
              </a:spcAft>
              <a:buSzPts val="1400"/>
              <a:buNone/>
              <a:defRPr sz="1800" b="0" i="0" u="none" strike="noStrike" cap="none">
                <a:solidFill>
                  <a:schemeClr val="dk1"/>
                </a:solidFill>
                <a:latin typeface="Palatino Linotype"/>
                <a:ea typeface="Palatino Linotype"/>
                <a:cs typeface="Palatino Linotype"/>
                <a:sym typeface="Palatino Linotype"/>
              </a:defRPr>
            </a:lvl4pPr>
            <a:lvl5pPr marR="0" lvl="4" algn="l" rtl="0">
              <a:lnSpc>
                <a:spcPct val="100000"/>
              </a:lnSpc>
              <a:spcBef>
                <a:spcPts val="0"/>
              </a:spcBef>
              <a:spcAft>
                <a:spcPts val="0"/>
              </a:spcAft>
              <a:buSzPts val="1400"/>
              <a:buNone/>
              <a:defRPr sz="1800" b="0" i="0" u="none" strike="noStrike" cap="none">
                <a:solidFill>
                  <a:schemeClr val="dk1"/>
                </a:solidFill>
                <a:latin typeface="Palatino Linotype"/>
                <a:ea typeface="Palatino Linotype"/>
                <a:cs typeface="Palatino Linotype"/>
                <a:sym typeface="Palatino Linotype"/>
              </a:defRPr>
            </a:lvl5pPr>
            <a:lvl6pPr marR="0" lvl="5" algn="l" rtl="0">
              <a:lnSpc>
                <a:spcPct val="100000"/>
              </a:lnSpc>
              <a:spcBef>
                <a:spcPts val="0"/>
              </a:spcBef>
              <a:spcAft>
                <a:spcPts val="0"/>
              </a:spcAft>
              <a:buSzPts val="1400"/>
              <a:buNone/>
              <a:defRPr sz="1800" b="0" i="0" u="none" strike="noStrike" cap="none">
                <a:solidFill>
                  <a:schemeClr val="dk1"/>
                </a:solidFill>
                <a:latin typeface="Palatino Linotype"/>
                <a:ea typeface="Palatino Linotype"/>
                <a:cs typeface="Palatino Linotype"/>
                <a:sym typeface="Palatino Linotype"/>
              </a:defRPr>
            </a:lvl6pPr>
            <a:lvl7pPr marR="0" lvl="6" algn="l" rtl="0">
              <a:lnSpc>
                <a:spcPct val="100000"/>
              </a:lnSpc>
              <a:spcBef>
                <a:spcPts val="0"/>
              </a:spcBef>
              <a:spcAft>
                <a:spcPts val="0"/>
              </a:spcAft>
              <a:buSzPts val="1400"/>
              <a:buNone/>
              <a:defRPr sz="1800" b="0" i="0" u="none" strike="noStrike" cap="none">
                <a:solidFill>
                  <a:schemeClr val="dk1"/>
                </a:solidFill>
                <a:latin typeface="Palatino Linotype"/>
                <a:ea typeface="Palatino Linotype"/>
                <a:cs typeface="Palatino Linotype"/>
                <a:sym typeface="Palatino Linotype"/>
              </a:defRPr>
            </a:lvl7pPr>
            <a:lvl8pPr marR="0" lvl="7" algn="l" rtl="0">
              <a:lnSpc>
                <a:spcPct val="100000"/>
              </a:lnSpc>
              <a:spcBef>
                <a:spcPts val="0"/>
              </a:spcBef>
              <a:spcAft>
                <a:spcPts val="0"/>
              </a:spcAft>
              <a:buSzPts val="1400"/>
              <a:buNone/>
              <a:defRPr sz="1800" b="0" i="0" u="none" strike="noStrike" cap="none">
                <a:solidFill>
                  <a:schemeClr val="dk1"/>
                </a:solidFill>
                <a:latin typeface="Palatino Linotype"/>
                <a:ea typeface="Palatino Linotype"/>
                <a:cs typeface="Palatino Linotype"/>
                <a:sym typeface="Palatino Linotype"/>
              </a:defRPr>
            </a:lvl8pPr>
            <a:lvl9pPr marR="0" lvl="8" algn="l" rtl="0">
              <a:lnSpc>
                <a:spcPct val="100000"/>
              </a:lnSpc>
              <a:spcBef>
                <a:spcPts val="0"/>
              </a:spcBef>
              <a:spcAft>
                <a:spcPts val="0"/>
              </a:spcAft>
              <a:buSzPts val="1400"/>
              <a:buNone/>
              <a:defRPr sz="1800" b="0" i="0" u="none" strike="noStrike" cap="none">
                <a:solidFill>
                  <a:schemeClr val="dk1"/>
                </a:solidFill>
                <a:latin typeface="Palatino Linotype"/>
                <a:ea typeface="Palatino Linotype"/>
                <a:cs typeface="Palatino Linotype"/>
                <a:sym typeface="Palatino Linotype"/>
              </a:defRPr>
            </a:lvl9pPr>
          </a:lstStyle>
          <a:p>
            <a:r>
              <a:rPr lang="en-US"/>
              <a:t>First Review</a:t>
            </a:r>
          </a:p>
        </p:txBody>
      </p:sp>
    </p:spTree>
  </p:cSld>
  <p:clrMapOvr>
    <a:masterClrMapping/>
  </p:clrMapOvr>
  <p:transition spd="med">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52"/>
        <p:cNvGrpSpPr/>
        <p:nvPr/>
      </p:nvGrpSpPr>
      <p:grpSpPr>
        <a:xfrm>
          <a:off x="0" y="0"/>
          <a:ext cx="0" cy="0"/>
          <a:chOff x="0" y="0"/>
          <a:chExt cx="0" cy="0"/>
        </a:xfrm>
      </p:grpSpPr>
      <p:sp>
        <p:nvSpPr>
          <p:cNvPr id="53" name="Google Shape;53;p7"/>
          <p:cNvSpPr txBox="1">
            <a:spLocks noGrp="1"/>
          </p:cNvSpPr>
          <p:nvPr>
            <p:ph type="body" idx="1"/>
          </p:nvPr>
        </p:nvSpPr>
        <p:spPr>
          <a:xfrm rot="5400000">
            <a:off x="2001800" y="-508059"/>
            <a:ext cx="5851500" cy="7416900"/>
          </a:xfrm>
          <a:prstGeom prst="rect">
            <a:avLst/>
          </a:prstGeom>
          <a:noFill/>
          <a:ln>
            <a:noFill/>
          </a:ln>
        </p:spPr>
        <p:txBody>
          <a:bodyPr spcFirstLastPara="1" wrap="square" lIns="91425" tIns="45700" rIns="91425" bIns="45700" anchor="t" anchorCtr="0">
            <a:noAutofit/>
          </a:bodyPr>
          <a:lstStyle>
            <a:lvl1pPr marL="457200" lvl="0" indent="-325755" algn="l" rtl="0">
              <a:spcBef>
                <a:spcPts val="575"/>
              </a:spcBef>
              <a:spcAft>
                <a:spcPts val="0"/>
              </a:spcAft>
              <a:buSzPts val="1530"/>
              <a:buChar char="⚫"/>
              <a:defRPr/>
            </a:lvl1pPr>
            <a:lvl2pPr marL="914400" lvl="1" indent="-325755" algn="l" rtl="0">
              <a:spcBef>
                <a:spcPts val="375"/>
              </a:spcBef>
              <a:spcAft>
                <a:spcPts val="0"/>
              </a:spcAft>
              <a:buSzPts val="1530"/>
              <a:buChar char="⚫"/>
              <a:defRPr/>
            </a:lvl2pPr>
            <a:lvl3pPr marL="1371600" lvl="2" indent="-325755" algn="l" rtl="0">
              <a:spcBef>
                <a:spcPts val="375"/>
              </a:spcBef>
              <a:spcAft>
                <a:spcPts val="0"/>
              </a:spcAft>
              <a:buSzPts val="1530"/>
              <a:buChar char="⚫"/>
              <a:defRPr/>
            </a:lvl3pPr>
            <a:lvl4pPr marL="1828800" lvl="3" indent="-320040" algn="l" rtl="0">
              <a:spcBef>
                <a:spcPts val="375"/>
              </a:spcBef>
              <a:spcAft>
                <a:spcPts val="0"/>
              </a:spcAft>
              <a:buSzPts val="1440"/>
              <a:buChar char="⚫"/>
              <a:defRPr/>
            </a:lvl4pPr>
            <a:lvl5pPr marL="2286000" lvl="4" indent="-342900" algn="l" rtl="0">
              <a:spcBef>
                <a:spcPts val="375"/>
              </a:spcBef>
              <a:spcAft>
                <a:spcPts val="0"/>
              </a:spcAft>
              <a:buSzPts val="1800"/>
              <a:buChar char="•"/>
              <a:defRPr/>
            </a:lvl5pPr>
            <a:lvl6pPr marL="2743200" lvl="5" indent="-342900" algn="l" rtl="0">
              <a:spcBef>
                <a:spcPts val="370"/>
              </a:spcBef>
              <a:spcAft>
                <a:spcPts val="0"/>
              </a:spcAft>
              <a:buSzPts val="1800"/>
              <a:buChar char="•"/>
              <a:defRPr/>
            </a:lvl6pPr>
            <a:lvl7pPr marL="3200400" lvl="6" indent="-342900" algn="l" rtl="0">
              <a:spcBef>
                <a:spcPts val="370"/>
              </a:spcBef>
              <a:spcAft>
                <a:spcPts val="0"/>
              </a:spcAft>
              <a:buSzPts val="1800"/>
              <a:buChar char="•"/>
              <a:defRPr/>
            </a:lvl7pPr>
            <a:lvl8pPr marL="3657600" lvl="7" indent="-342900" algn="l" rtl="0">
              <a:spcBef>
                <a:spcPts val="370"/>
              </a:spcBef>
              <a:spcAft>
                <a:spcPts val="0"/>
              </a:spcAft>
              <a:buSzPts val="1800"/>
              <a:buChar char="•"/>
              <a:defRPr/>
            </a:lvl8pPr>
            <a:lvl9pPr marL="4114800" lvl="8" indent="-342900" algn="l" rtl="0">
              <a:spcBef>
                <a:spcPts val="370"/>
              </a:spcBef>
              <a:spcAft>
                <a:spcPts val="0"/>
              </a:spcAft>
              <a:buSzPts val="1800"/>
              <a:buChar char="•"/>
              <a:defRPr/>
            </a:lvl9pPr>
          </a:lstStyle>
          <a:p>
            <a:endParaRPr/>
          </a:p>
        </p:txBody>
      </p:sp>
      <p:sp>
        <p:nvSpPr>
          <p:cNvPr id="54" name="Google Shape;54;p7"/>
          <p:cNvSpPr txBox="1">
            <a:spLocks noGrp="1"/>
          </p:cNvSpPr>
          <p:nvPr>
            <p:ph type="title"/>
          </p:nvPr>
        </p:nvSpPr>
        <p:spPr>
          <a:xfrm rot="5400000">
            <a:off x="7254540" y="1859242"/>
            <a:ext cx="5851500" cy="2682300"/>
          </a:xfrm>
          <a:prstGeom prst="rect">
            <a:avLst/>
          </a:prstGeom>
          <a:noFill/>
          <a:ln>
            <a:noFill/>
          </a:ln>
        </p:spPr>
        <p:txBody>
          <a:bodyPr spcFirstLastPara="1" wrap="square" lIns="91425" tIns="45700" rIns="91425" bIns="91425" anchor="b"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7" name="Google Shape;57;p7"/>
          <p:cNvSpPr>
            <a:spLocks noGrp="1"/>
          </p:cNvSpPr>
          <p:nvPr>
            <p:ph type="sldNum" idx="12"/>
          </p:nvPr>
        </p:nvSpPr>
        <p:spPr>
          <a:xfrm>
            <a:off x="195262" y="6210300"/>
            <a:ext cx="609600" cy="457200"/>
          </a:xfrm>
          <a:prstGeom prst="ellipse">
            <a:avLst/>
          </a:prstGeom>
          <a:solidFill>
            <a:srgbClr val="0E58C4"/>
          </a:solidFill>
          <a:ln w="9525" cap="flat" cmpd="sng">
            <a:solidFill>
              <a:srgbClr val="0E58C4"/>
            </a:solidFill>
            <a:prstDash val="solid"/>
            <a:miter lim="800000"/>
            <a:headEnd type="none" w="sm" len="sm"/>
            <a:tailEnd type="none" w="sm" len="sm"/>
          </a:ln>
        </p:spPr>
        <p:txBody>
          <a:bodyPr spcFirstLastPara="1" wrap="square" lIns="0" tIns="0" rIns="0" bIns="0" anchor="ctr" anchorCtr="1">
            <a:noAutofit/>
          </a:bodyPr>
          <a:lstStyle>
            <a:lvl1pPr marL="0" marR="0" lvl="0" indent="0" algn="ctr" rtl="0">
              <a:lnSpc>
                <a:spcPct val="100000"/>
              </a:lnSpc>
              <a:spcBef>
                <a:spcPts val="0"/>
              </a:spcBef>
              <a:spcAft>
                <a:spcPts val="0"/>
              </a:spcAft>
              <a:buClr>
                <a:schemeClr val="lt1"/>
              </a:buClr>
              <a:buSzPts val="1400"/>
              <a:buFont typeface="Century Gothic"/>
              <a:buNone/>
              <a:defRPr sz="1400" b="0" i="0" u="none">
                <a:solidFill>
                  <a:schemeClr val="lt1"/>
                </a:solidFill>
                <a:latin typeface="Century Gothic"/>
                <a:ea typeface="Century Gothic"/>
                <a:cs typeface="Century Gothic"/>
                <a:sym typeface="Century Gothic"/>
              </a:defRPr>
            </a:lvl1pPr>
            <a:lvl2pPr marL="0" marR="0" lvl="1" indent="0" algn="ctr" rtl="0">
              <a:lnSpc>
                <a:spcPct val="100000"/>
              </a:lnSpc>
              <a:spcBef>
                <a:spcPts val="0"/>
              </a:spcBef>
              <a:spcAft>
                <a:spcPts val="0"/>
              </a:spcAft>
              <a:buClr>
                <a:schemeClr val="lt1"/>
              </a:buClr>
              <a:buSzPts val="1400"/>
              <a:buFont typeface="Century Gothic"/>
              <a:buNone/>
              <a:defRPr sz="1400" b="0" i="0" u="none">
                <a:solidFill>
                  <a:schemeClr val="lt1"/>
                </a:solidFill>
                <a:latin typeface="Century Gothic"/>
                <a:ea typeface="Century Gothic"/>
                <a:cs typeface="Century Gothic"/>
                <a:sym typeface="Century Gothic"/>
              </a:defRPr>
            </a:lvl2pPr>
            <a:lvl3pPr marL="0" marR="0" lvl="2" indent="0" algn="ctr" rtl="0">
              <a:lnSpc>
                <a:spcPct val="100000"/>
              </a:lnSpc>
              <a:spcBef>
                <a:spcPts val="0"/>
              </a:spcBef>
              <a:spcAft>
                <a:spcPts val="0"/>
              </a:spcAft>
              <a:buClr>
                <a:schemeClr val="lt1"/>
              </a:buClr>
              <a:buSzPts val="1400"/>
              <a:buFont typeface="Century Gothic"/>
              <a:buNone/>
              <a:defRPr sz="1400" b="0" i="0" u="none">
                <a:solidFill>
                  <a:schemeClr val="lt1"/>
                </a:solidFill>
                <a:latin typeface="Century Gothic"/>
                <a:ea typeface="Century Gothic"/>
                <a:cs typeface="Century Gothic"/>
                <a:sym typeface="Century Gothic"/>
              </a:defRPr>
            </a:lvl3pPr>
            <a:lvl4pPr marL="0" marR="0" lvl="3" indent="0" algn="ctr" rtl="0">
              <a:lnSpc>
                <a:spcPct val="100000"/>
              </a:lnSpc>
              <a:spcBef>
                <a:spcPts val="0"/>
              </a:spcBef>
              <a:spcAft>
                <a:spcPts val="0"/>
              </a:spcAft>
              <a:buClr>
                <a:schemeClr val="lt1"/>
              </a:buClr>
              <a:buSzPts val="1400"/>
              <a:buFont typeface="Century Gothic"/>
              <a:buNone/>
              <a:defRPr sz="1400" b="0" i="0" u="none">
                <a:solidFill>
                  <a:schemeClr val="lt1"/>
                </a:solidFill>
                <a:latin typeface="Century Gothic"/>
                <a:ea typeface="Century Gothic"/>
                <a:cs typeface="Century Gothic"/>
                <a:sym typeface="Century Gothic"/>
              </a:defRPr>
            </a:lvl4pPr>
            <a:lvl5pPr marL="0" marR="0" lvl="4" indent="0" algn="ctr" rtl="0">
              <a:lnSpc>
                <a:spcPct val="100000"/>
              </a:lnSpc>
              <a:spcBef>
                <a:spcPts val="0"/>
              </a:spcBef>
              <a:spcAft>
                <a:spcPts val="0"/>
              </a:spcAft>
              <a:buClr>
                <a:schemeClr val="lt1"/>
              </a:buClr>
              <a:buSzPts val="1400"/>
              <a:buFont typeface="Century Gothic"/>
              <a:buNone/>
              <a:defRPr sz="1400" b="0" i="0" u="none">
                <a:solidFill>
                  <a:schemeClr val="lt1"/>
                </a:solidFill>
                <a:latin typeface="Century Gothic"/>
                <a:ea typeface="Century Gothic"/>
                <a:cs typeface="Century Gothic"/>
                <a:sym typeface="Century Gothic"/>
              </a:defRPr>
            </a:lvl5pPr>
            <a:lvl6pPr marL="0" marR="0" lvl="5" indent="0" algn="ctr" rtl="0">
              <a:lnSpc>
                <a:spcPct val="100000"/>
              </a:lnSpc>
              <a:spcBef>
                <a:spcPts val="0"/>
              </a:spcBef>
              <a:spcAft>
                <a:spcPts val="0"/>
              </a:spcAft>
              <a:buClr>
                <a:schemeClr val="lt1"/>
              </a:buClr>
              <a:buSzPts val="1400"/>
              <a:buFont typeface="Century Gothic"/>
              <a:buNone/>
              <a:defRPr sz="1400" b="0" i="0" u="none">
                <a:solidFill>
                  <a:schemeClr val="lt1"/>
                </a:solidFill>
                <a:latin typeface="Century Gothic"/>
                <a:ea typeface="Century Gothic"/>
                <a:cs typeface="Century Gothic"/>
                <a:sym typeface="Century Gothic"/>
              </a:defRPr>
            </a:lvl6pPr>
            <a:lvl7pPr marL="0" marR="0" lvl="6" indent="0" algn="ctr" rtl="0">
              <a:lnSpc>
                <a:spcPct val="100000"/>
              </a:lnSpc>
              <a:spcBef>
                <a:spcPts val="0"/>
              </a:spcBef>
              <a:spcAft>
                <a:spcPts val="0"/>
              </a:spcAft>
              <a:buClr>
                <a:schemeClr val="lt1"/>
              </a:buClr>
              <a:buSzPts val="1400"/>
              <a:buFont typeface="Century Gothic"/>
              <a:buNone/>
              <a:defRPr sz="1400" b="0" i="0" u="none">
                <a:solidFill>
                  <a:schemeClr val="lt1"/>
                </a:solidFill>
                <a:latin typeface="Century Gothic"/>
                <a:ea typeface="Century Gothic"/>
                <a:cs typeface="Century Gothic"/>
                <a:sym typeface="Century Gothic"/>
              </a:defRPr>
            </a:lvl7pPr>
            <a:lvl8pPr marL="0" marR="0" lvl="7" indent="0" algn="ctr" rtl="0">
              <a:lnSpc>
                <a:spcPct val="100000"/>
              </a:lnSpc>
              <a:spcBef>
                <a:spcPts val="0"/>
              </a:spcBef>
              <a:spcAft>
                <a:spcPts val="0"/>
              </a:spcAft>
              <a:buClr>
                <a:schemeClr val="lt1"/>
              </a:buClr>
              <a:buSzPts val="1400"/>
              <a:buFont typeface="Century Gothic"/>
              <a:buNone/>
              <a:defRPr sz="1400" b="0" i="0" u="none">
                <a:solidFill>
                  <a:schemeClr val="lt1"/>
                </a:solidFill>
                <a:latin typeface="Century Gothic"/>
                <a:ea typeface="Century Gothic"/>
                <a:cs typeface="Century Gothic"/>
                <a:sym typeface="Century Gothic"/>
              </a:defRPr>
            </a:lvl8pPr>
            <a:lvl9pPr marL="0" marR="0" lvl="8" indent="0" algn="ctr" rtl="0">
              <a:lnSpc>
                <a:spcPct val="100000"/>
              </a:lnSpc>
              <a:spcBef>
                <a:spcPts val="0"/>
              </a:spcBef>
              <a:spcAft>
                <a:spcPts val="0"/>
              </a:spcAft>
              <a:buClr>
                <a:schemeClr val="lt1"/>
              </a:buClr>
              <a:buSzPts val="1400"/>
              <a:buFont typeface="Century Gothic"/>
              <a:buNone/>
              <a:defRPr sz="1400" b="0" i="0" u="none">
                <a:solidFill>
                  <a:schemeClr val="lt1"/>
                </a:solidFill>
                <a:latin typeface="Century Gothic"/>
                <a:ea typeface="Century Gothic"/>
                <a:cs typeface="Century Gothic"/>
                <a:sym typeface="Century Gothic"/>
              </a:defRPr>
            </a:lvl9pPr>
          </a:lstStyle>
          <a:p>
            <a:pPr marL="0" lvl="0" indent="0" algn="ctr" rtl="0">
              <a:spcBef>
                <a:spcPts val="0"/>
              </a:spcBef>
              <a:spcAft>
                <a:spcPts val="0"/>
              </a:spcAft>
              <a:buNone/>
            </a:pPr>
            <a:fld id="{00000000-1234-1234-1234-123412341234}" type="slidenum">
              <a:rPr lang="en-US"/>
              <a:pPr marL="0" lvl="0" indent="0" algn="ctr" rtl="0">
                <a:spcBef>
                  <a:spcPts val="0"/>
                </a:spcBef>
                <a:spcAft>
                  <a:spcPts val="0"/>
                </a:spcAft>
                <a:buNone/>
              </a:pPr>
              <a:t>‹#›</a:t>
            </a:fld>
            <a:endParaRPr lang="en-US"/>
          </a:p>
        </p:txBody>
      </p:sp>
      <p:sp>
        <p:nvSpPr>
          <p:cNvPr id="30" name="Google Shape;30;p3"/>
          <p:cNvSpPr txBox="1"/>
          <p:nvPr userDrawn="1"/>
        </p:nvSpPr>
        <p:spPr>
          <a:xfrm>
            <a:off x="1346200" y="6299200"/>
            <a:ext cx="5283300" cy="457200"/>
          </a:xfrm>
          <a:prstGeom prst="rect">
            <a:avLst/>
          </a:prstGeom>
          <a:noFill/>
          <a:ln>
            <a:noFill/>
          </a:ln>
        </p:spPr>
        <p:txBody>
          <a:bodyPr wrap="square" lIns="91425" tIns="45700" rIns="91425" bIns="45700" anchor="ctr" anchorCtr="0">
            <a:noAutofit/>
          </a:bodyPr>
          <a:lstStyle>
            <a:lvl1pPr marR="0" lvl="0" algn="l" rtl="0">
              <a:lnSpc>
                <a:spcPct val="100000"/>
              </a:lnSpc>
              <a:spcBef>
                <a:spcPts val="0"/>
              </a:spcBef>
              <a:spcAft>
                <a:spcPts val="0"/>
              </a:spcAft>
              <a:buSzPts val="1400"/>
              <a:buNone/>
              <a:defRPr sz="1400" b="0" i="0" u="none">
                <a:solidFill>
                  <a:schemeClr val="dk2"/>
                </a:solidFill>
                <a:latin typeface="Palatino Linotype"/>
                <a:ea typeface="Palatino Linotype"/>
                <a:cs typeface="Palatino Linotype"/>
                <a:sym typeface="Palatino Linotype"/>
              </a:defRPr>
            </a:lvl1pPr>
            <a:lvl2pPr marR="0" lvl="1" algn="l" rtl="0">
              <a:lnSpc>
                <a:spcPct val="100000"/>
              </a:lnSpc>
              <a:spcBef>
                <a:spcPts val="0"/>
              </a:spcBef>
              <a:spcAft>
                <a:spcPts val="0"/>
              </a:spcAft>
              <a:buSzPts val="1400"/>
              <a:buNone/>
              <a:defRPr sz="1800" b="0" i="0" u="none" strike="noStrike" cap="none">
                <a:solidFill>
                  <a:schemeClr val="dk1"/>
                </a:solidFill>
                <a:latin typeface="Palatino Linotype"/>
                <a:ea typeface="Palatino Linotype"/>
                <a:cs typeface="Palatino Linotype"/>
                <a:sym typeface="Palatino Linotype"/>
              </a:defRPr>
            </a:lvl2pPr>
            <a:lvl3pPr marR="0" lvl="2" algn="l" rtl="0">
              <a:lnSpc>
                <a:spcPct val="100000"/>
              </a:lnSpc>
              <a:spcBef>
                <a:spcPts val="0"/>
              </a:spcBef>
              <a:spcAft>
                <a:spcPts val="0"/>
              </a:spcAft>
              <a:buSzPts val="1400"/>
              <a:buNone/>
              <a:defRPr sz="1800" b="0" i="0" u="none" strike="noStrike" cap="none">
                <a:solidFill>
                  <a:schemeClr val="dk1"/>
                </a:solidFill>
                <a:latin typeface="Palatino Linotype"/>
                <a:ea typeface="Palatino Linotype"/>
                <a:cs typeface="Palatino Linotype"/>
                <a:sym typeface="Palatino Linotype"/>
              </a:defRPr>
            </a:lvl3pPr>
            <a:lvl4pPr marR="0" lvl="3" algn="l" rtl="0">
              <a:lnSpc>
                <a:spcPct val="100000"/>
              </a:lnSpc>
              <a:spcBef>
                <a:spcPts val="0"/>
              </a:spcBef>
              <a:spcAft>
                <a:spcPts val="0"/>
              </a:spcAft>
              <a:buSzPts val="1400"/>
              <a:buNone/>
              <a:defRPr sz="1800" b="0" i="0" u="none" strike="noStrike" cap="none">
                <a:solidFill>
                  <a:schemeClr val="dk1"/>
                </a:solidFill>
                <a:latin typeface="Palatino Linotype"/>
                <a:ea typeface="Palatino Linotype"/>
                <a:cs typeface="Palatino Linotype"/>
                <a:sym typeface="Palatino Linotype"/>
              </a:defRPr>
            </a:lvl4pPr>
            <a:lvl5pPr marR="0" lvl="4" algn="l" rtl="0">
              <a:lnSpc>
                <a:spcPct val="100000"/>
              </a:lnSpc>
              <a:spcBef>
                <a:spcPts val="0"/>
              </a:spcBef>
              <a:spcAft>
                <a:spcPts val="0"/>
              </a:spcAft>
              <a:buSzPts val="1400"/>
              <a:buNone/>
              <a:defRPr sz="1800" b="0" i="0" u="none" strike="noStrike" cap="none">
                <a:solidFill>
                  <a:schemeClr val="dk1"/>
                </a:solidFill>
                <a:latin typeface="Palatino Linotype"/>
                <a:ea typeface="Palatino Linotype"/>
                <a:cs typeface="Palatino Linotype"/>
                <a:sym typeface="Palatino Linotype"/>
              </a:defRPr>
            </a:lvl5pPr>
            <a:lvl6pPr marR="0" lvl="5" algn="l" rtl="0">
              <a:lnSpc>
                <a:spcPct val="100000"/>
              </a:lnSpc>
              <a:spcBef>
                <a:spcPts val="0"/>
              </a:spcBef>
              <a:spcAft>
                <a:spcPts val="0"/>
              </a:spcAft>
              <a:buSzPts val="1400"/>
              <a:buNone/>
              <a:defRPr sz="1800" b="0" i="0" u="none" strike="noStrike" cap="none">
                <a:solidFill>
                  <a:schemeClr val="dk1"/>
                </a:solidFill>
                <a:latin typeface="Palatino Linotype"/>
                <a:ea typeface="Palatino Linotype"/>
                <a:cs typeface="Palatino Linotype"/>
                <a:sym typeface="Palatino Linotype"/>
              </a:defRPr>
            </a:lvl6pPr>
            <a:lvl7pPr marR="0" lvl="6" algn="l" rtl="0">
              <a:lnSpc>
                <a:spcPct val="100000"/>
              </a:lnSpc>
              <a:spcBef>
                <a:spcPts val="0"/>
              </a:spcBef>
              <a:spcAft>
                <a:spcPts val="0"/>
              </a:spcAft>
              <a:buSzPts val="1400"/>
              <a:buNone/>
              <a:defRPr sz="1800" b="0" i="0" u="none" strike="noStrike" cap="none">
                <a:solidFill>
                  <a:schemeClr val="dk1"/>
                </a:solidFill>
                <a:latin typeface="Palatino Linotype"/>
                <a:ea typeface="Palatino Linotype"/>
                <a:cs typeface="Palatino Linotype"/>
                <a:sym typeface="Palatino Linotype"/>
              </a:defRPr>
            </a:lvl7pPr>
            <a:lvl8pPr marR="0" lvl="7" algn="l" rtl="0">
              <a:lnSpc>
                <a:spcPct val="100000"/>
              </a:lnSpc>
              <a:spcBef>
                <a:spcPts val="0"/>
              </a:spcBef>
              <a:spcAft>
                <a:spcPts val="0"/>
              </a:spcAft>
              <a:buSzPts val="1400"/>
              <a:buNone/>
              <a:defRPr sz="1800" b="0" i="0" u="none" strike="noStrike" cap="none">
                <a:solidFill>
                  <a:schemeClr val="dk1"/>
                </a:solidFill>
                <a:latin typeface="Palatino Linotype"/>
                <a:ea typeface="Palatino Linotype"/>
                <a:cs typeface="Palatino Linotype"/>
                <a:sym typeface="Palatino Linotype"/>
              </a:defRPr>
            </a:lvl8pPr>
            <a:lvl9pPr marR="0" lvl="8" algn="l" rtl="0">
              <a:lnSpc>
                <a:spcPct val="100000"/>
              </a:lnSpc>
              <a:spcBef>
                <a:spcPts val="0"/>
              </a:spcBef>
              <a:spcAft>
                <a:spcPts val="0"/>
              </a:spcAft>
              <a:buSzPts val="1400"/>
              <a:buNone/>
              <a:defRPr sz="1800" b="0" i="0" u="none" strike="noStrike" cap="none">
                <a:solidFill>
                  <a:schemeClr val="dk1"/>
                </a:solidFill>
                <a:latin typeface="Palatino Linotype"/>
                <a:ea typeface="Palatino Linotype"/>
                <a:cs typeface="Palatino Linotype"/>
                <a:sym typeface="Palatino Linotype"/>
              </a:defRPr>
            </a:lvl9pPr>
          </a:lstStyle>
          <a:p>
            <a:r>
              <a:rPr lang="en-US"/>
              <a:t>First Review</a:t>
            </a:r>
          </a:p>
        </p:txBody>
      </p:sp>
    </p:spTree>
  </p:cSld>
  <p:clrMapOvr>
    <a:masterClrMapping/>
  </p:clrMapOvr>
  <p:transition spd="med">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58"/>
        <p:cNvGrpSpPr/>
        <p:nvPr/>
      </p:nvGrpSpPr>
      <p:grpSpPr>
        <a:xfrm>
          <a:off x="0" y="0"/>
          <a:ext cx="0" cy="0"/>
          <a:chOff x="0" y="0"/>
          <a:chExt cx="0" cy="0"/>
        </a:xfrm>
      </p:grpSpPr>
      <p:sp>
        <p:nvSpPr>
          <p:cNvPr id="59" name="Google Shape;59;p8"/>
          <p:cNvSpPr txBox="1">
            <a:spLocks noGrp="1"/>
          </p:cNvSpPr>
          <p:nvPr>
            <p:ph type="body" idx="1"/>
          </p:nvPr>
        </p:nvSpPr>
        <p:spPr>
          <a:xfrm rot="5400000">
            <a:off x="4114800" y="-1447800"/>
            <a:ext cx="4572000" cy="10363200"/>
          </a:xfrm>
          <a:prstGeom prst="rect">
            <a:avLst/>
          </a:prstGeom>
          <a:noFill/>
          <a:ln>
            <a:noFill/>
          </a:ln>
        </p:spPr>
        <p:txBody>
          <a:bodyPr spcFirstLastPara="1" wrap="square" lIns="91425" tIns="45700" rIns="91425" bIns="45700" anchor="t" anchorCtr="0">
            <a:noAutofit/>
          </a:bodyPr>
          <a:lstStyle>
            <a:lvl1pPr marL="457200" lvl="0" indent="-325755" algn="l" rtl="0">
              <a:spcBef>
                <a:spcPts val="575"/>
              </a:spcBef>
              <a:spcAft>
                <a:spcPts val="0"/>
              </a:spcAft>
              <a:buSzPts val="1530"/>
              <a:buChar char="⚫"/>
              <a:defRPr/>
            </a:lvl1pPr>
            <a:lvl2pPr marL="914400" lvl="1" indent="-325755" algn="l" rtl="0">
              <a:spcBef>
                <a:spcPts val="375"/>
              </a:spcBef>
              <a:spcAft>
                <a:spcPts val="0"/>
              </a:spcAft>
              <a:buSzPts val="1530"/>
              <a:buChar char="⚫"/>
              <a:defRPr/>
            </a:lvl2pPr>
            <a:lvl3pPr marL="1371600" lvl="2" indent="-325755" algn="l" rtl="0">
              <a:spcBef>
                <a:spcPts val="375"/>
              </a:spcBef>
              <a:spcAft>
                <a:spcPts val="0"/>
              </a:spcAft>
              <a:buSzPts val="1530"/>
              <a:buChar char="⚫"/>
              <a:defRPr/>
            </a:lvl3pPr>
            <a:lvl4pPr marL="1828800" lvl="3" indent="-320040" algn="l" rtl="0">
              <a:spcBef>
                <a:spcPts val="375"/>
              </a:spcBef>
              <a:spcAft>
                <a:spcPts val="0"/>
              </a:spcAft>
              <a:buSzPts val="1440"/>
              <a:buChar char="⚫"/>
              <a:defRPr/>
            </a:lvl4pPr>
            <a:lvl5pPr marL="2286000" lvl="4" indent="-342900" algn="l" rtl="0">
              <a:spcBef>
                <a:spcPts val="375"/>
              </a:spcBef>
              <a:spcAft>
                <a:spcPts val="0"/>
              </a:spcAft>
              <a:buSzPts val="1800"/>
              <a:buChar char="•"/>
              <a:defRPr/>
            </a:lvl5pPr>
            <a:lvl6pPr marL="2743200" lvl="5" indent="-342900" algn="l" rtl="0">
              <a:spcBef>
                <a:spcPts val="370"/>
              </a:spcBef>
              <a:spcAft>
                <a:spcPts val="0"/>
              </a:spcAft>
              <a:buSzPts val="1800"/>
              <a:buChar char="•"/>
              <a:defRPr/>
            </a:lvl6pPr>
            <a:lvl7pPr marL="3200400" lvl="6" indent="-342900" algn="l" rtl="0">
              <a:spcBef>
                <a:spcPts val="370"/>
              </a:spcBef>
              <a:spcAft>
                <a:spcPts val="0"/>
              </a:spcAft>
              <a:buSzPts val="1800"/>
              <a:buChar char="•"/>
              <a:defRPr/>
            </a:lvl7pPr>
            <a:lvl8pPr marL="3657600" lvl="7" indent="-342900" algn="l" rtl="0">
              <a:spcBef>
                <a:spcPts val="370"/>
              </a:spcBef>
              <a:spcAft>
                <a:spcPts val="0"/>
              </a:spcAft>
              <a:buSzPts val="1800"/>
              <a:buChar char="•"/>
              <a:defRPr/>
            </a:lvl8pPr>
            <a:lvl9pPr marL="4114800" lvl="8" indent="-342900" algn="l" rtl="0">
              <a:spcBef>
                <a:spcPts val="370"/>
              </a:spcBef>
              <a:spcAft>
                <a:spcPts val="0"/>
              </a:spcAft>
              <a:buSzPts val="1800"/>
              <a:buChar char="•"/>
              <a:defRPr/>
            </a:lvl9pPr>
          </a:lstStyle>
          <a:p>
            <a:endParaRPr/>
          </a:p>
        </p:txBody>
      </p:sp>
      <p:sp>
        <p:nvSpPr>
          <p:cNvPr id="60" name="Google Shape;60;p8"/>
          <p:cNvSpPr txBox="1">
            <a:spLocks noGrp="1"/>
          </p:cNvSpPr>
          <p:nvPr>
            <p:ph type="title"/>
          </p:nvPr>
        </p:nvSpPr>
        <p:spPr>
          <a:xfrm>
            <a:off x="1219200" y="274637"/>
            <a:ext cx="10363200" cy="1143000"/>
          </a:xfrm>
          <a:prstGeom prst="rect">
            <a:avLst/>
          </a:prstGeom>
          <a:noFill/>
          <a:ln>
            <a:noFill/>
          </a:ln>
        </p:spPr>
        <p:txBody>
          <a:bodyPr spcFirstLastPara="1" wrap="square" lIns="91425" tIns="45700" rIns="91425" bIns="91425" anchor="b"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3" name="Google Shape;63;p8"/>
          <p:cNvSpPr>
            <a:spLocks noGrp="1"/>
          </p:cNvSpPr>
          <p:nvPr>
            <p:ph type="sldNum" idx="12"/>
          </p:nvPr>
        </p:nvSpPr>
        <p:spPr>
          <a:xfrm>
            <a:off x="195262" y="6210300"/>
            <a:ext cx="609600" cy="457200"/>
          </a:xfrm>
          <a:prstGeom prst="ellipse">
            <a:avLst/>
          </a:prstGeom>
          <a:solidFill>
            <a:srgbClr val="0E58C4"/>
          </a:solidFill>
          <a:ln w="9525" cap="flat" cmpd="sng">
            <a:solidFill>
              <a:srgbClr val="0E58C4"/>
            </a:solidFill>
            <a:prstDash val="solid"/>
            <a:miter lim="800000"/>
            <a:headEnd type="none" w="sm" len="sm"/>
            <a:tailEnd type="none" w="sm" len="sm"/>
          </a:ln>
        </p:spPr>
        <p:txBody>
          <a:bodyPr spcFirstLastPara="1" wrap="square" lIns="0" tIns="0" rIns="0" bIns="0" anchor="ctr" anchorCtr="1">
            <a:noAutofit/>
          </a:bodyPr>
          <a:lstStyle>
            <a:lvl1pPr marL="0" marR="0" lvl="0" indent="0" algn="ctr" rtl="0">
              <a:lnSpc>
                <a:spcPct val="100000"/>
              </a:lnSpc>
              <a:spcBef>
                <a:spcPts val="0"/>
              </a:spcBef>
              <a:spcAft>
                <a:spcPts val="0"/>
              </a:spcAft>
              <a:buClr>
                <a:schemeClr val="lt1"/>
              </a:buClr>
              <a:buSzPts val="1400"/>
              <a:buFont typeface="Century Gothic"/>
              <a:buNone/>
              <a:defRPr sz="1400" b="0" i="0" u="none">
                <a:solidFill>
                  <a:schemeClr val="lt1"/>
                </a:solidFill>
                <a:latin typeface="Century Gothic"/>
                <a:ea typeface="Century Gothic"/>
                <a:cs typeface="Century Gothic"/>
                <a:sym typeface="Century Gothic"/>
              </a:defRPr>
            </a:lvl1pPr>
            <a:lvl2pPr marL="0" marR="0" lvl="1" indent="0" algn="ctr" rtl="0">
              <a:lnSpc>
                <a:spcPct val="100000"/>
              </a:lnSpc>
              <a:spcBef>
                <a:spcPts val="0"/>
              </a:spcBef>
              <a:spcAft>
                <a:spcPts val="0"/>
              </a:spcAft>
              <a:buClr>
                <a:schemeClr val="lt1"/>
              </a:buClr>
              <a:buSzPts val="1400"/>
              <a:buFont typeface="Century Gothic"/>
              <a:buNone/>
              <a:defRPr sz="1400" b="0" i="0" u="none">
                <a:solidFill>
                  <a:schemeClr val="lt1"/>
                </a:solidFill>
                <a:latin typeface="Century Gothic"/>
                <a:ea typeface="Century Gothic"/>
                <a:cs typeface="Century Gothic"/>
                <a:sym typeface="Century Gothic"/>
              </a:defRPr>
            </a:lvl2pPr>
            <a:lvl3pPr marL="0" marR="0" lvl="2" indent="0" algn="ctr" rtl="0">
              <a:lnSpc>
                <a:spcPct val="100000"/>
              </a:lnSpc>
              <a:spcBef>
                <a:spcPts val="0"/>
              </a:spcBef>
              <a:spcAft>
                <a:spcPts val="0"/>
              </a:spcAft>
              <a:buClr>
                <a:schemeClr val="lt1"/>
              </a:buClr>
              <a:buSzPts val="1400"/>
              <a:buFont typeface="Century Gothic"/>
              <a:buNone/>
              <a:defRPr sz="1400" b="0" i="0" u="none">
                <a:solidFill>
                  <a:schemeClr val="lt1"/>
                </a:solidFill>
                <a:latin typeface="Century Gothic"/>
                <a:ea typeface="Century Gothic"/>
                <a:cs typeface="Century Gothic"/>
                <a:sym typeface="Century Gothic"/>
              </a:defRPr>
            </a:lvl3pPr>
            <a:lvl4pPr marL="0" marR="0" lvl="3" indent="0" algn="ctr" rtl="0">
              <a:lnSpc>
                <a:spcPct val="100000"/>
              </a:lnSpc>
              <a:spcBef>
                <a:spcPts val="0"/>
              </a:spcBef>
              <a:spcAft>
                <a:spcPts val="0"/>
              </a:spcAft>
              <a:buClr>
                <a:schemeClr val="lt1"/>
              </a:buClr>
              <a:buSzPts val="1400"/>
              <a:buFont typeface="Century Gothic"/>
              <a:buNone/>
              <a:defRPr sz="1400" b="0" i="0" u="none">
                <a:solidFill>
                  <a:schemeClr val="lt1"/>
                </a:solidFill>
                <a:latin typeface="Century Gothic"/>
                <a:ea typeface="Century Gothic"/>
                <a:cs typeface="Century Gothic"/>
                <a:sym typeface="Century Gothic"/>
              </a:defRPr>
            </a:lvl4pPr>
            <a:lvl5pPr marL="0" marR="0" lvl="4" indent="0" algn="ctr" rtl="0">
              <a:lnSpc>
                <a:spcPct val="100000"/>
              </a:lnSpc>
              <a:spcBef>
                <a:spcPts val="0"/>
              </a:spcBef>
              <a:spcAft>
                <a:spcPts val="0"/>
              </a:spcAft>
              <a:buClr>
                <a:schemeClr val="lt1"/>
              </a:buClr>
              <a:buSzPts val="1400"/>
              <a:buFont typeface="Century Gothic"/>
              <a:buNone/>
              <a:defRPr sz="1400" b="0" i="0" u="none">
                <a:solidFill>
                  <a:schemeClr val="lt1"/>
                </a:solidFill>
                <a:latin typeface="Century Gothic"/>
                <a:ea typeface="Century Gothic"/>
                <a:cs typeface="Century Gothic"/>
                <a:sym typeface="Century Gothic"/>
              </a:defRPr>
            </a:lvl5pPr>
            <a:lvl6pPr marL="0" marR="0" lvl="5" indent="0" algn="ctr" rtl="0">
              <a:lnSpc>
                <a:spcPct val="100000"/>
              </a:lnSpc>
              <a:spcBef>
                <a:spcPts val="0"/>
              </a:spcBef>
              <a:spcAft>
                <a:spcPts val="0"/>
              </a:spcAft>
              <a:buClr>
                <a:schemeClr val="lt1"/>
              </a:buClr>
              <a:buSzPts val="1400"/>
              <a:buFont typeface="Century Gothic"/>
              <a:buNone/>
              <a:defRPr sz="1400" b="0" i="0" u="none">
                <a:solidFill>
                  <a:schemeClr val="lt1"/>
                </a:solidFill>
                <a:latin typeface="Century Gothic"/>
                <a:ea typeface="Century Gothic"/>
                <a:cs typeface="Century Gothic"/>
                <a:sym typeface="Century Gothic"/>
              </a:defRPr>
            </a:lvl6pPr>
            <a:lvl7pPr marL="0" marR="0" lvl="6" indent="0" algn="ctr" rtl="0">
              <a:lnSpc>
                <a:spcPct val="100000"/>
              </a:lnSpc>
              <a:spcBef>
                <a:spcPts val="0"/>
              </a:spcBef>
              <a:spcAft>
                <a:spcPts val="0"/>
              </a:spcAft>
              <a:buClr>
                <a:schemeClr val="lt1"/>
              </a:buClr>
              <a:buSzPts val="1400"/>
              <a:buFont typeface="Century Gothic"/>
              <a:buNone/>
              <a:defRPr sz="1400" b="0" i="0" u="none">
                <a:solidFill>
                  <a:schemeClr val="lt1"/>
                </a:solidFill>
                <a:latin typeface="Century Gothic"/>
                <a:ea typeface="Century Gothic"/>
                <a:cs typeface="Century Gothic"/>
                <a:sym typeface="Century Gothic"/>
              </a:defRPr>
            </a:lvl7pPr>
            <a:lvl8pPr marL="0" marR="0" lvl="7" indent="0" algn="ctr" rtl="0">
              <a:lnSpc>
                <a:spcPct val="100000"/>
              </a:lnSpc>
              <a:spcBef>
                <a:spcPts val="0"/>
              </a:spcBef>
              <a:spcAft>
                <a:spcPts val="0"/>
              </a:spcAft>
              <a:buClr>
                <a:schemeClr val="lt1"/>
              </a:buClr>
              <a:buSzPts val="1400"/>
              <a:buFont typeface="Century Gothic"/>
              <a:buNone/>
              <a:defRPr sz="1400" b="0" i="0" u="none">
                <a:solidFill>
                  <a:schemeClr val="lt1"/>
                </a:solidFill>
                <a:latin typeface="Century Gothic"/>
                <a:ea typeface="Century Gothic"/>
                <a:cs typeface="Century Gothic"/>
                <a:sym typeface="Century Gothic"/>
              </a:defRPr>
            </a:lvl8pPr>
            <a:lvl9pPr marL="0" marR="0" lvl="8" indent="0" algn="ctr" rtl="0">
              <a:lnSpc>
                <a:spcPct val="100000"/>
              </a:lnSpc>
              <a:spcBef>
                <a:spcPts val="0"/>
              </a:spcBef>
              <a:spcAft>
                <a:spcPts val="0"/>
              </a:spcAft>
              <a:buClr>
                <a:schemeClr val="lt1"/>
              </a:buClr>
              <a:buSzPts val="1400"/>
              <a:buFont typeface="Century Gothic"/>
              <a:buNone/>
              <a:defRPr sz="1400" b="0" i="0" u="none">
                <a:solidFill>
                  <a:schemeClr val="lt1"/>
                </a:solidFill>
                <a:latin typeface="Century Gothic"/>
                <a:ea typeface="Century Gothic"/>
                <a:cs typeface="Century Gothic"/>
                <a:sym typeface="Century Gothic"/>
              </a:defRPr>
            </a:lvl9pPr>
          </a:lstStyle>
          <a:p>
            <a:pPr marL="0" lvl="0" indent="0" algn="ctr" rtl="0">
              <a:spcBef>
                <a:spcPts val="0"/>
              </a:spcBef>
              <a:spcAft>
                <a:spcPts val="0"/>
              </a:spcAft>
              <a:buNone/>
            </a:pPr>
            <a:fld id="{00000000-1234-1234-1234-123412341234}" type="slidenum">
              <a:rPr lang="en-US"/>
              <a:pPr marL="0" lvl="0" indent="0" algn="ctr" rtl="0">
                <a:spcBef>
                  <a:spcPts val="0"/>
                </a:spcBef>
                <a:spcAft>
                  <a:spcPts val="0"/>
                </a:spcAft>
                <a:buNone/>
              </a:pPr>
              <a:t>‹#›</a:t>
            </a:fld>
            <a:endParaRPr lang="en-US"/>
          </a:p>
        </p:txBody>
      </p:sp>
      <p:sp>
        <p:nvSpPr>
          <p:cNvPr id="30" name="Google Shape;30;p3"/>
          <p:cNvSpPr txBox="1"/>
          <p:nvPr userDrawn="1"/>
        </p:nvSpPr>
        <p:spPr>
          <a:xfrm>
            <a:off x="1346200" y="6299200"/>
            <a:ext cx="5283300" cy="457200"/>
          </a:xfrm>
          <a:prstGeom prst="rect">
            <a:avLst/>
          </a:prstGeom>
          <a:noFill/>
          <a:ln>
            <a:noFill/>
          </a:ln>
        </p:spPr>
        <p:txBody>
          <a:bodyPr wrap="square" lIns="91425" tIns="45700" rIns="91425" bIns="45700" anchor="ctr" anchorCtr="0">
            <a:noAutofit/>
          </a:bodyPr>
          <a:lstStyle>
            <a:lvl1pPr marR="0" lvl="0" algn="l" rtl="0">
              <a:lnSpc>
                <a:spcPct val="100000"/>
              </a:lnSpc>
              <a:spcBef>
                <a:spcPts val="0"/>
              </a:spcBef>
              <a:spcAft>
                <a:spcPts val="0"/>
              </a:spcAft>
              <a:buSzPts val="1400"/>
              <a:buNone/>
              <a:defRPr sz="1400" b="0" i="0" u="none">
                <a:solidFill>
                  <a:schemeClr val="dk2"/>
                </a:solidFill>
                <a:latin typeface="Palatino Linotype"/>
                <a:ea typeface="Palatino Linotype"/>
                <a:cs typeface="Palatino Linotype"/>
                <a:sym typeface="Palatino Linotype"/>
              </a:defRPr>
            </a:lvl1pPr>
            <a:lvl2pPr marR="0" lvl="1" algn="l" rtl="0">
              <a:lnSpc>
                <a:spcPct val="100000"/>
              </a:lnSpc>
              <a:spcBef>
                <a:spcPts val="0"/>
              </a:spcBef>
              <a:spcAft>
                <a:spcPts val="0"/>
              </a:spcAft>
              <a:buSzPts val="1400"/>
              <a:buNone/>
              <a:defRPr sz="1800" b="0" i="0" u="none" strike="noStrike" cap="none">
                <a:solidFill>
                  <a:schemeClr val="dk1"/>
                </a:solidFill>
                <a:latin typeface="Palatino Linotype"/>
                <a:ea typeface="Palatino Linotype"/>
                <a:cs typeface="Palatino Linotype"/>
                <a:sym typeface="Palatino Linotype"/>
              </a:defRPr>
            </a:lvl2pPr>
            <a:lvl3pPr marR="0" lvl="2" algn="l" rtl="0">
              <a:lnSpc>
                <a:spcPct val="100000"/>
              </a:lnSpc>
              <a:spcBef>
                <a:spcPts val="0"/>
              </a:spcBef>
              <a:spcAft>
                <a:spcPts val="0"/>
              </a:spcAft>
              <a:buSzPts val="1400"/>
              <a:buNone/>
              <a:defRPr sz="1800" b="0" i="0" u="none" strike="noStrike" cap="none">
                <a:solidFill>
                  <a:schemeClr val="dk1"/>
                </a:solidFill>
                <a:latin typeface="Palatino Linotype"/>
                <a:ea typeface="Palatino Linotype"/>
                <a:cs typeface="Palatino Linotype"/>
                <a:sym typeface="Palatino Linotype"/>
              </a:defRPr>
            </a:lvl3pPr>
            <a:lvl4pPr marR="0" lvl="3" algn="l" rtl="0">
              <a:lnSpc>
                <a:spcPct val="100000"/>
              </a:lnSpc>
              <a:spcBef>
                <a:spcPts val="0"/>
              </a:spcBef>
              <a:spcAft>
                <a:spcPts val="0"/>
              </a:spcAft>
              <a:buSzPts val="1400"/>
              <a:buNone/>
              <a:defRPr sz="1800" b="0" i="0" u="none" strike="noStrike" cap="none">
                <a:solidFill>
                  <a:schemeClr val="dk1"/>
                </a:solidFill>
                <a:latin typeface="Palatino Linotype"/>
                <a:ea typeface="Palatino Linotype"/>
                <a:cs typeface="Palatino Linotype"/>
                <a:sym typeface="Palatino Linotype"/>
              </a:defRPr>
            </a:lvl4pPr>
            <a:lvl5pPr marR="0" lvl="4" algn="l" rtl="0">
              <a:lnSpc>
                <a:spcPct val="100000"/>
              </a:lnSpc>
              <a:spcBef>
                <a:spcPts val="0"/>
              </a:spcBef>
              <a:spcAft>
                <a:spcPts val="0"/>
              </a:spcAft>
              <a:buSzPts val="1400"/>
              <a:buNone/>
              <a:defRPr sz="1800" b="0" i="0" u="none" strike="noStrike" cap="none">
                <a:solidFill>
                  <a:schemeClr val="dk1"/>
                </a:solidFill>
                <a:latin typeface="Palatino Linotype"/>
                <a:ea typeface="Palatino Linotype"/>
                <a:cs typeface="Palatino Linotype"/>
                <a:sym typeface="Palatino Linotype"/>
              </a:defRPr>
            </a:lvl5pPr>
            <a:lvl6pPr marR="0" lvl="5" algn="l" rtl="0">
              <a:lnSpc>
                <a:spcPct val="100000"/>
              </a:lnSpc>
              <a:spcBef>
                <a:spcPts val="0"/>
              </a:spcBef>
              <a:spcAft>
                <a:spcPts val="0"/>
              </a:spcAft>
              <a:buSzPts val="1400"/>
              <a:buNone/>
              <a:defRPr sz="1800" b="0" i="0" u="none" strike="noStrike" cap="none">
                <a:solidFill>
                  <a:schemeClr val="dk1"/>
                </a:solidFill>
                <a:latin typeface="Palatino Linotype"/>
                <a:ea typeface="Palatino Linotype"/>
                <a:cs typeface="Palatino Linotype"/>
                <a:sym typeface="Palatino Linotype"/>
              </a:defRPr>
            </a:lvl6pPr>
            <a:lvl7pPr marR="0" lvl="6" algn="l" rtl="0">
              <a:lnSpc>
                <a:spcPct val="100000"/>
              </a:lnSpc>
              <a:spcBef>
                <a:spcPts val="0"/>
              </a:spcBef>
              <a:spcAft>
                <a:spcPts val="0"/>
              </a:spcAft>
              <a:buSzPts val="1400"/>
              <a:buNone/>
              <a:defRPr sz="1800" b="0" i="0" u="none" strike="noStrike" cap="none">
                <a:solidFill>
                  <a:schemeClr val="dk1"/>
                </a:solidFill>
                <a:latin typeface="Palatino Linotype"/>
                <a:ea typeface="Palatino Linotype"/>
                <a:cs typeface="Palatino Linotype"/>
                <a:sym typeface="Palatino Linotype"/>
              </a:defRPr>
            </a:lvl7pPr>
            <a:lvl8pPr marR="0" lvl="7" algn="l" rtl="0">
              <a:lnSpc>
                <a:spcPct val="100000"/>
              </a:lnSpc>
              <a:spcBef>
                <a:spcPts val="0"/>
              </a:spcBef>
              <a:spcAft>
                <a:spcPts val="0"/>
              </a:spcAft>
              <a:buSzPts val="1400"/>
              <a:buNone/>
              <a:defRPr sz="1800" b="0" i="0" u="none" strike="noStrike" cap="none">
                <a:solidFill>
                  <a:schemeClr val="dk1"/>
                </a:solidFill>
                <a:latin typeface="Palatino Linotype"/>
                <a:ea typeface="Palatino Linotype"/>
                <a:cs typeface="Palatino Linotype"/>
                <a:sym typeface="Palatino Linotype"/>
              </a:defRPr>
            </a:lvl8pPr>
            <a:lvl9pPr marR="0" lvl="8" algn="l" rtl="0">
              <a:lnSpc>
                <a:spcPct val="100000"/>
              </a:lnSpc>
              <a:spcBef>
                <a:spcPts val="0"/>
              </a:spcBef>
              <a:spcAft>
                <a:spcPts val="0"/>
              </a:spcAft>
              <a:buSzPts val="1400"/>
              <a:buNone/>
              <a:defRPr sz="1800" b="0" i="0" u="none" strike="noStrike" cap="none">
                <a:solidFill>
                  <a:schemeClr val="dk1"/>
                </a:solidFill>
                <a:latin typeface="Palatino Linotype"/>
                <a:ea typeface="Palatino Linotype"/>
                <a:cs typeface="Palatino Linotype"/>
                <a:sym typeface="Palatino Linotype"/>
              </a:defRPr>
            </a:lvl9pPr>
          </a:lstStyle>
          <a:p>
            <a:r>
              <a:rPr lang="en-US"/>
              <a:t>First Review</a:t>
            </a:r>
          </a:p>
        </p:txBody>
      </p:sp>
    </p:spTree>
  </p:cSld>
  <p:clrMapOvr>
    <a:masterClrMapping/>
  </p:clrMapOvr>
  <p:transition spd="med">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64"/>
        <p:cNvGrpSpPr/>
        <p:nvPr/>
      </p:nvGrpSpPr>
      <p:grpSpPr>
        <a:xfrm>
          <a:off x="0" y="0"/>
          <a:ext cx="0" cy="0"/>
          <a:chOff x="0" y="0"/>
          <a:chExt cx="0" cy="0"/>
        </a:xfrm>
      </p:grpSpPr>
      <p:sp>
        <p:nvSpPr>
          <p:cNvPr id="67" name="Google Shape;67;p9"/>
          <p:cNvSpPr>
            <a:spLocks noGrp="1"/>
          </p:cNvSpPr>
          <p:nvPr>
            <p:ph type="sldNum" idx="12"/>
          </p:nvPr>
        </p:nvSpPr>
        <p:spPr>
          <a:xfrm>
            <a:off x="195262" y="6210300"/>
            <a:ext cx="609600" cy="457200"/>
          </a:xfrm>
          <a:prstGeom prst="ellipse">
            <a:avLst/>
          </a:prstGeom>
          <a:solidFill>
            <a:srgbClr val="0E58C4"/>
          </a:solidFill>
          <a:ln w="9525" cap="flat" cmpd="sng">
            <a:solidFill>
              <a:srgbClr val="0E58C4"/>
            </a:solidFill>
            <a:prstDash val="solid"/>
            <a:miter lim="800000"/>
            <a:headEnd type="none" w="sm" len="sm"/>
            <a:tailEnd type="none" w="sm" len="sm"/>
          </a:ln>
        </p:spPr>
        <p:txBody>
          <a:bodyPr spcFirstLastPara="1" wrap="square" lIns="0" tIns="0" rIns="0" bIns="0" anchor="ctr" anchorCtr="1">
            <a:noAutofit/>
          </a:bodyPr>
          <a:lstStyle>
            <a:lvl1pPr marL="0" marR="0" lvl="0" indent="0" algn="ctr" rtl="0">
              <a:lnSpc>
                <a:spcPct val="100000"/>
              </a:lnSpc>
              <a:spcBef>
                <a:spcPts val="0"/>
              </a:spcBef>
              <a:spcAft>
                <a:spcPts val="0"/>
              </a:spcAft>
              <a:buClr>
                <a:schemeClr val="lt1"/>
              </a:buClr>
              <a:buSzPts val="1400"/>
              <a:buFont typeface="Century Gothic"/>
              <a:buNone/>
              <a:defRPr sz="1400" b="0" i="0" u="none">
                <a:solidFill>
                  <a:schemeClr val="lt1"/>
                </a:solidFill>
                <a:latin typeface="Century Gothic"/>
                <a:ea typeface="Century Gothic"/>
                <a:cs typeface="Century Gothic"/>
                <a:sym typeface="Century Gothic"/>
              </a:defRPr>
            </a:lvl1pPr>
            <a:lvl2pPr marL="0" marR="0" lvl="1" indent="0" algn="ctr" rtl="0">
              <a:lnSpc>
                <a:spcPct val="100000"/>
              </a:lnSpc>
              <a:spcBef>
                <a:spcPts val="0"/>
              </a:spcBef>
              <a:spcAft>
                <a:spcPts val="0"/>
              </a:spcAft>
              <a:buClr>
                <a:schemeClr val="lt1"/>
              </a:buClr>
              <a:buSzPts val="1400"/>
              <a:buFont typeface="Century Gothic"/>
              <a:buNone/>
              <a:defRPr sz="1400" b="0" i="0" u="none">
                <a:solidFill>
                  <a:schemeClr val="lt1"/>
                </a:solidFill>
                <a:latin typeface="Century Gothic"/>
                <a:ea typeface="Century Gothic"/>
                <a:cs typeface="Century Gothic"/>
                <a:sym typeface="Century Gothic"/>
              </a:defRPr>
            </a:lvl2pPr>
            <a:lvl3pPr marL="0" marR="0" lvl="2" indent="0" algn="ctr" rtl="0">
              <a:lnSpc>
                <a:spcPct val="100000"/>
              </a:lnSpc>
              <a:spcBef>
                <a:spcPts val="0"/>
              </a:spcBef>
              <a:spcAft>
                <a:spcPts val="0"/>
              </a:spcAft>
              <a:buClr>
                <a:schemeClr val="lt1"/>
              </a:buClr>
              <a:buSzPts val="1400"/>
              <a:buFont typeface="Century Gothic"/>
              <a:buNone/>
              <a:defRPr sz="1400" b="0" i="0" u="none">
                <a:solidFill>
                  <a:schemeClr val="lt1"/>
                </a:solidFill>
                <a:latin typeface="Century Gothic"/>
                <a:ea typeface="Century Gothic"/>
                <a:cs typeface="Century Gothic"/>
                <a:sym typeface="Century Gothic"/>
              </a:defRPr>
            </a:lvl3pPr>
            <a:lvl4pPr marL="0" marR="0" lvl="3" indent="0" algn="ctr" rtl="0">
              <a:lnSpc>
                <a:spcPct val="100000"/>
              </a:lnSpc>
              <a:spcBef>
                <a:spcPts val="0"/>
              </a:spcBef>
              <a:spcAft>
                <a:spcPts val="0"/>
              </a:spcAft>
              <a:buClr>
                <a:schemeClr val="lt1"/>
              </a:buClr>
              <a:buSzPts val="1400"/>
              <a:buFont typeface="Century Gothic"/>
              <a:buNone/>
              <a:defRPr sz="1400" b="0" i="0" u="none">
                <a:solidFill>
                  <a:schemeClr val="lt1"/>
                </a:solidFill>
                <a:latin typeface="Century Gothic"/>
                <a:ea typeface="Century Gothic"/>
                <a:cs typeface="Century Gothic"/>
                <a:sym typeface="Century Gothic"/>
              </a:defRPr>
            </a:lvl4pPr>
            <a:lvl5pPr marL="0" marR="0" lvl="4" indent="0" algn="ctr" rtl="0">
              <a:lnSpc>
                <a:spcPct val="100000"/>
              </a:lnSpc>
              <a:spcBef>
                <a:spcPts val="0"/>
              </a:spcBef>
              <a:spcAft>
                <a:spcPts val="0"/>
              </a:spcAft>
              <a:buClr>
                <a:schemeClr val="lt1"/>
              </a:buClr>
              <a:buSzPts val="1400"/>
              <a:buFont typeface="Century Gothic"/>
              <a:buNone/>
              <a:defRPr sz="1400" b="0" i="0" u="none">
                <a:solidFill>
                  <a:schemeClr val="lt1"/>
                </a:solidFill>
                <a:latin typeface="Century Gothic"/>
                <a:ea typeface="Century Gothic"/>
                <a:cs typeface="Century Gothic"/>
                <a:sym typeface="Century Gothic"/>
              </a:defRPr>
            </a:lvl5pPr>
            <a:lvl6pPr marL="0" marR="0" lvl="5" indent="0" algn="ctr" rtl="0">
              <a:lnSpc>
                <a:spcPct val="100000"/>
              </a:lnSpc>
              <a:spcBef>
                <a:spcPts val="0"/>
              </a:spcBef>
              <a:spcAft>
                <a:spcPts val="0"/>
              </a:spcAft>
              <a:buClr>
                <a:schemeClr val="lt1"/>
              </a:buClr>
              <a:buSzPts val="1400"/>
              <a:buFont typeface="Century Gothic"/>
              <a:buNone/>
              <a:defRPr sz="1400" b="0" i="0" u="none">
                <a:solidFill>
                  <a:schemeClr val="lt1"/>
                </a:solidFill>
                <a:latin typeface="Century Gothic"/>
                <a:ea typeface="Century Gothic"/>
                <a:cs typeface="Century Gothic"/>
                <a:sym typeface="Century Gothic"/>
              </a:defRPr>
            </a:lvl6pPr>
            <a:lvl7pPr marL="0" marR="0" lvl="6" indent="0" algn="ctr" rtl="0">
              <a:lnSpc>
                <a:spcPct val="100000"/>
              </a:lnSpc>
              <a:spcBef>
                <a:spcPts val="0"/>
              </a:spcBef>
              <a:spcAft>
                <a:spcPts val="0"/>
              </a:spcAft>
              <a:buClr>
                <a:schemeClr val="lt1"/>
              </a:buClr>
              <a:buSzPts val="1400"/>
              <a:buFont typeface="Century Gothic"/>
              <a:buNone/>
              <a:defRPr sz="1400" b="0" i="0" u="none">
                <a:solidFill>
                  <a:schemeClr val="lt1"/>
                </a:solidFill>
                <a:latin typeface="Century Gothic"/>
                <a:ea typeface="Century Gothic"/>
                <a:cs typeface="Century Gothic"/>
                <a:sym typeface="Century Gothic"/>
              </a:defRPr>
            </a:lvl7pPr>
            <a:lvl8pPr marL="0" marR="0" lvl="7" indent="0" algn="ctr" rtl="0">
              <a:lnSpc>
                <a:spcPct val="100000"/>
              </a:lnSpc>
              <a:spcBef>
                <a:spcPts val="0"/>
              </a:spcBef>
              <a:spcAft>
                <a:spcPts val="0"/>
              </a:spcAft>
              <a:buClr>
                <a:schemeClr val="lt1"/>
              </a:buClr>
              <a:buSzPts val="1400"/>
              <a:buFont typeface="Century Gothic"/>
              <a:buNone/>
              <a:defRPr sz="1400" b="0" i="0" u="none">
                <a:solidFill>
                  <a:schemeClr val="lt1"/>
                </a:solidFill>
                <a:latin typeface="Century Gothic"/>
                <a:ea typeface="Century Gothic"/>
                <a:cs typeface="Century Gothic"/>
                <a:sym typeface="Century Gothic"/>
              </a:defRPr>
            </a:lvl8pPr>
            <a:lvl9pPr marL="0" marR="0" lvl="8" indent="0" algn="ctr" rtl="0">
              <a:lnSpc>
                <a:spcPct val="100000"/>
              </a:lnSpc>
              <a:spcBef>
                <a:spcPts val="0"/>
              </a:spcBef>
              <a:spcAft>
                <a:spcPts val="0"/>
              </a:spcAft>
              <a:buClr>
                <a:schemeClr val="lt1"/>
              </a:buClr>
              <a:buSzPts val="1400"/>
              <a:buFont typeface="Century Gothic"/>
              <a:buNone/>
              <a:defRPr sz="1400" b="0" i="0" u="none">
                <a:solidFill>
                  <a:schemeClr val="lt1"/>
                </a:solidFill>
                <a:latin typeface="Century Gothic"/>
                <a:ea typeface="Century Gothic"/>
                <a:cs typeface="Century Gothic"/>
                <a:sym typeface="Century Gothic"/>
              </a:defRPr>
            </a:lvl9pPr>
          </a:lstStyle>
          <a:p>
            <a:pPr marL="0" lvl="0" indent="0" algn="ctr" rtl="0">
              <a:spcBef>
                <a:spcPts val="0"/>
              </a:spcBef>
              <a:spcAft>
                <a:spcPts val="0"/>
              </a:spcAft>
              <a:buNone/>
            </a:pPr>
            <a:fld id="{00000000-1234-1234-1234-123412341234}" type="slidenum">
              <a:rPr lang="en-US"/>
              <a:pPr marL="0" lvl="0" indent="0" algn="ctr" rtl="0">
                <a:spcBef>
                  <a:spcPts val="0"/>
                </a:spcBef>
                <a:spcAft>
                  <a:spcPts val="0"/>
                </a:spcAft>
                <a:buNone/>
              </a:pPr>
              <a:t>‹#›</a:t>
            </a:fld>
            <a:endParaRPr lang="en-US"/>
          </a:p>
        </p:txBody>
      </p:sp>
      <p:sp>
        <p:nvSpPr>
          <p:cNvPr id="30" name="Google Shape;30;p3"/>
          <p:cNvSpPr txBox="1"/>
          <p:nvPr userDrawn="1"/>
        </p:nvSpPr>
        <p:spPr>
          <a:xfrm>
            <a:off x="1346200" y="6299200"/>
            <a:ext cx="5283300" cy="457200"/>
          </a:xfrm>
          <a:prstGeom prst="rect">
            <a:avLst/>
          </a:prstGeom>
          <a:noFill/>
          <a:ln>
            <a:noFill/>
          </a:ln>
        </p:spPr>
        <p:txBody>
          <a:bodyPr wrap="square" lIns="91425" tIns="45700" rIns="91425" bIns="45700" anchor="ctr" anchorCtr="0">
            <a:noAutofit/>
          </a:bodyPr>
          <a:lstStyle>
            <a:lvl1pPr marR="0" lvl="0" algn="l" rtl="0">
              <a:lnSpc>
                <a:spcPct val="100000"/>
              </a:lnSpc>
              <a:spcBef>
                <a:spcPts val="0"/>
              </a:spcBef>
              <a:spcAft>
                <a:spcPts val="0"/>
              </a:spcAft>
              <a:buSzPts val="1400"/>
              <a:buNone/>
              <a:defRPr sz="1400" b="0" i="0" u="none">
                <a:solidFill>
                  <a:schemeClr val="dk2"/>
                </a:solidFill>
                <a:latin typeface="Palatino Linotype"/>
                <a:ea typeface="Palatino Linotype"/>
                <a:cs typeface="Palatino Linotype"/>
                <a:sym typeface="Palatino Linotype"/>
              </a:defRPr>
            </a:lvl1pPr>
            <a:lvl2pPr marR="0" lvl="1" algn="l" rtl="0">
              <a:lnSpc>
                <a:spcPct val="100000"/>
              </a:lnSpc>
              <a:spcBef>
                <a:spcPts val="0"/>
              </a:spcBef>
              <a:spcAft>
                <a:spcPts val="0"/>
              </a:spcAft>
              <a:buSzPts val="1400"/>
              <a:buNone/>
              <a:defRPr sz="1800" b="0" i="0" u="none" strike="noStrike" cap="none">
                <a:solidFill>
                  <a:schemeClr val="dk1"/>
                </a:solidFill>
                <a:latin typeface="Palatino Linotype"/>
                <a:ea typeface="Palatino Linotype"/>
                <a:cs typeface="Palatino Linotype"/>
                <a:sym typeface="Palatino Linotype"/>
              </a:defRPr>
            </a:lvl2pPr>
            <a:lvl3pPr marR="0" lvl="2" algn="l" rtl="0">
              <a:lnSpc>
                <a:spcPct val="100000"/>
              </a:lnSpc>
              <a:spcBef>
                <a:spcPts val="0"/>
              </a:spcBef>
              <a:spcAft>
                <a:spcPts val="0"/>
              </a:spcAft>
              <a:buSzPts val="1400"/>
              <a:buNone/>
              <a:defRPr sz="1800" b="0" i="0" u="none" strike="noStrike" cap="none">
                <a:solidFill>
                  <a:schemeClr val="dk1"/>
                </a:solidFill>
                <a:latin typeface="Palatino Linotype"/>
                <a:ea typeface="Palatino Linotype"/>
                <a:cs typeface="Palatino Linotype"/>
                <a:sym typeface="Palatino Linotype"/>
              </a:defRPr>
            </a:lvl3pPr>
            <a:lvl4pPr marR="0" lvl="3" algn="l" rtl="0">
              <a:lnSpc>
                <a:spcPct val="100000"/>
              </a:lnSpc>
              <a:spcBef>
                <a:spcPts val="0"/>
              </a:spcBef>
              <a:spcAft>
                <a:spcPts val="0"/>
              </a:spcAft>
              <a:buSzPts val="1400"/>
              <a:buNone/>
              <a:defRPr sz="1800" b="0" i="0" u="none" strike="noStrike" cap="none">
                <a:solidFill>
                  <a:schemeClr val="dk1"/>
                </a:solidFill>
                <a:latin typeface="Palatino Linotype"/>
                <a:ea typeface="Palatino Linotype"/>
                <a:cs typeface="Palatino Linotype"/>
                <a:sym typeface="Palatino Linotype"/>
              </a:defRPr>
            </a:lvl4pPr>
            <a:lvl5pPr marR="0" lvl="4" algn="l" rtl="0">
              <a:lnSpc>
                <a:spcPct val="100000"/>
              </a:lnSpc>
              <a:spcBef>
                <a:spcPts val="0"/>
              </a:spcBef>
              <a:spcAft>
                <a:spcPts val="0"/>
              </a:spcAft>
              <a:buSzPts val="1400"/>
              <a:buNone/>
              <a:defRPr sz="1800" b="0" i="0" u="none" strike="noStrike" cap="none">
                <a:solidFill>
                  <a:schemeClr val="dk1"/>
                </a:solidFill>
                <a:latin typeface="Palatino Linotype"/>
                <a:ea typeface="Palatino Linotype"/>
                <a:cs typeface="Palatino Linotype"/>
                <a:sym typeface="Palatino Linotype"/>
              </a:defRPr>
            </a:lvl5pPr>
            <a:lvl6pPr marR="0" lvl="5" algn="l" rtl="0">
              <a:lnSpc>
                <a:spcPct val="100000"/>
              </a:lnSpc>
              <a:spcBef>
                <a:spcPts val="0"/>
              </a:spcBef>
              <a:spcAft>
                <a:spcPts val="0"/>
              </a:spcAft>
              <a:buSzPts val="1400"/>
              <a:buNone/>
              <a:defRPr sz="1800" b="0" i="0" u="none" strike="noStrike" cap="none">
                <a:solidFill>
                  <a:schemeClr val="dk1"/>
                </a:solidFill>
                <a:latin typeface="Palatino Linotype"/>
                <a:ea typeface="Palatino Linotype"/>
                <a:cs typeface="Palatino Linotype"/>
                <a:sym typeface="Palatino Linotype"/>
              </a:defRPr>
            </a:lvl6pPr>
            <a:lvl7pPr marR="0" lvl="6" algn="l" rtl="0">
              <a:lnSpc>
                <a:spcPct val="100000"/>
              </a:lnSpc>
              <a:spcBef>
                <a:spcPts val="0"/>
              </a:spcBef>
              <a:spcAft>
                <a:spcPts val="0"/>
              </a:spcAft>
              <a:buSzPts val="1400"/>
              <a:buNone/>
              <a:defRPr sz="1800" b="0" i="0" u="none" strike="noStrike" cap="none">
                <a:solidFill>
                  <a:schemeClr val="dk1"/>
                </a:solidFill>
                <a:latin typeface="Palatino Linotype"/>
                <a:ea typeface="Palatino Linotype"/>
                <a:cs typeface="Palatino Linotype"/>
                <a:sym typeface="Palatino Linotype"/>
              </a:defRPr>
            </a:lvl7pPr>
            <a:lvl8pPr marR="0" lvl="7" algn="l" rtl="0">
              <a:lnSpc>
                <a:spcPct val="100000"/>
              </a:lnSpc>
              <a:spcBef>
                <a:spcPts val="0"/>
              </a:spcBef>
              <a:spcAft>
                <a:spcPts val="0"/>
              </a:spcAft>
              <a:buSzPts val="1400"/>
              <a:buNone/>
              <a:defRPr sz="1800" b="0" i="0" u="none" strike="noStrike" cap="none">
                <a:solidFill>
                  <a:schemeClr val="dk1"/>
                </a:solidFill>
                <a:latin typeface="Palatino Linotype"/>
                <a:ea typeface="Palatino Linotype"/>
                <a:cs typeface="Palatino Linotype"/>
                <a:sym typeface="Palatino Linotype"/>
              </a:defRPr>
            </a:lvl8pPr>
            <a:lvl9pPr marR="0" lvl="8" algn="l" rtl="0">
              <a:lnSpc>
                <a:spcPct val="100000"/>
              </a:lnSpc>
              <a:spcBef>
                <a:spcPts val="0"/>
              </a:spcBef>
              <a:spcAft>
                <a:spcPts val="0"/>
              </a:spcAft>
              <a:buSzPts val="1400"/>
              <a:buNone/>
              <a:defRPr sz="1800" b="0" i="0" u="none" strike="noStrike" cap="none">
                <a:solidFill>
                  <a:schemeClr val="dk1"/>
                </a:solidFill>
                <a:latin typeface="Palatino Linotype"/>
                <a:ea typeface="Palatino Linotype"/>
                <a:cs typeface="Palatino Linotype"/>
                <a:sym typeface="Palatino Linotype"/>
              </a:defRPr>
            </a:lvl9pPr>
          </a:lstStyle>
          <a:p>
            <a:r>
              <a:rPr lang="en-US"/>
              <a:t>First Review</a:t>
            </a:r>
          </a:p>
        </p:txBody>
      </p:sp>
    </p:spTree>
  </p:cSld>
  <p:clrMapOvr>
    <a:masterClrMapping/>
  </p:clrMapOvr>
  <p:transition spd="med">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68"/>
        <p:cNvGrpSpPr/>
        <p:nvPr/>
      </p:nvGrpSpPr>
      <p:grpSpPr>
        <a:xfrm>
          <a:off x="0" y="0"/>
          <a:ext cx="0" cy="0"/>
          <a:chOff x="0" y="0"/>
          <a:chExt cx="0" cy="0"/>
        </a:xfrm>
      </p:grpSpPr>
      <p:sp>
        <p:nvSpPr>
          <p:cNvPr id="69" name="Google Shape;69;p10"/>
          <p:cNvSpPr txBox="1">
            <a:spLocks noGrp="1"/>
          </p:cNvSpPr>
          <p:nvPr>
            <p:ph type="body" idx="1"/>
          </p:nvPr>
        </p:nvSpPr>
        <p:spPr>
          <a:xfrm>
            <a:off x="6604000" y="2247900"/>
            <a:ext cx="4978500" cy="3886200"/>
          </a:xfrm>
          <a:prstGeom prst="rect">
            <a:avLst/>
          </a:prstGeom>
          <a:noFill/>
          <a:ln>
            <a:noFill/>
          </a:ln>
        </p:spPr>
        <p:txBody>
          <a:bodyPr spcFirstLastPara="1" wrap="square" lIns="91425" tIns="45700" rIns="91425" bIns="45700" anchor="t" anchorCtr="0">
            <a:noAutofit/>
          </a:bodyPr>
          <a:lstStyle>
            <a:lvl1pPr marL="457200" lvl="0" indent="-325755" algn="l" rtl="0">
              <a:spcBef>
                <a:spcPts val="575"/>
              </a:spcBef>
              <a:spcAft>
                <a:spcPts val="0"/>
              </a:spcAft>
              <a:buSzPts val="1530"/>
              <a:buChar char="⚫"/>
              <a:defRPr/>
            </a:lvl1pPr>
            <a:lvl2pPr marL="914400" lvl="1" indent="-325755" algn="l" rtl="0">
              <a:spcBef>
                <a:spcPts val="375"/>
              </a:spcBef>
              <a:spcAft>
                <a:spcPts val="0"/>
              </a:spcAft>
              <a:buSzPts val="1530"/>
              <a:buChar char="⚫"/>
              <a:defRPr/>
            </a:lvl2pPr>
            <a:lvl3pPr marL="1371600" lvl="2" indent="-325755" algn="l" rtl="0">
              <a:spcBef>
                <a:spcPts val="375"/>
              </a:spcBef>
              <a:spcAft>
                <a:spcPts val="0"/>
              </a:spcAft>
              <a:buSzPts val="1530"/>
              <a:buChar char="⚫"/>
              <a:defRPr/>
            </a:lvl3pPr>
            <a:lvl4pPr marL="1828800" lvl="3" indent="-320040" algn="l" rtl="0">
              <a:spcBef>
                <a:spcPts val="375"/>
              </a:spcBef>
              <a:spcAft>
                <a:spcPts val="0"/>
              </a:spcAft>
              <a:buSzPts val="1440"/>
              <a:buChar char="⚫"/>
              <a:defRPr/>
            </a:lvl4pPr>
            <a:lvl5pPr marL="2286000" lvl="4" indent="-342900" algn="l" rtl="0">
              <a:spcBef>
                <a:spcPts val="375"/>
              </a:spcBef>
              <a:spcAft>
                <a:spcPts val="0"/>
              </a:spcAft>
              <a:buSzPts val="1800"/>
              <a:buChar char="•"/>
              <a:defRPr/>
            </a:lvl5pPr>
            <a:lvl6pPr marL="2743200" lvl="5" indent="-342900" algn="l" rtl="0">
              <a:spcBef>
                <a:spcPts val="370"/>
              </a:spcBef>
              <a:spcAft>
                <a:spcPts val="0"/>
              </a:spcAft>
              <a:buSzPts val="1800"/>
              <a:buChar char="•"/>
              <a:defRPr/>
            </a:lvl6pPr>
            <a:lvl7pPr marL="3200400" lvl="6" indent="-342900" algn="l" rtl="0">
              <a:spcBef>
                <a:spcPts val="370"/>
              </a:spcBef>
              <a:spcAft>
                <a:spcPts val="0"/>
              </a:spcAft>
              <a:buSzPts val="1800"/>
              <a:buChar char="•"/>
              <a:defRPr/>
            </a:lvl7pPr>
            <a:lvl8pPr marL="3657600" lvl="7" indent="-342900" algn="l" rtl="0">
              <a:spcBef>
                <a:spcPts val="370"/>
              </a:spcBef>
              <a:spcAft>
                <a:spcPts val="0"/>
              </a:spcAft>
              <a:buSzPts val="1800"/>
              <a:buChar char="•"/>
              <a:defRPr/>
            </a:lvl8pPr>
            <a:lvl9pPr marL="4114800" lvl="8" indent="-342900" algn="l" rtl="0">
              <a:spcBef>
                <a:spcPts val="370"/>
              </a:spcBef>
              <a:spcAft>
                <a:spcPts val="0"/>
              </a:spcAft>
              <a:buSzPts val="1800"/>
              <a:buChar char="•"/>
              <a:defRPr/>
            </a:lvl9pPr>
          </a:lstStyle>
          <a:p>
            <a:endParaRPr/>
          </a:p>
        </p:txBody>
      </p:sp>
      <p:sp>
        <p:nvSpPr>
          <p:cNvPr id="70" name="Google Shape;70;p10"/>
          <p:cNvSpPr txBox="1">
            <a:spLocks noGrp="1"/>
          </p:cNvSpPr>
          <p:nvPr>
            <p:ph type="body" idx="2"/>
          </p:nvPr>
        </p:nvSpPr>
        <p:spPr>
          <a:xfrm>
            <a:off x="6604000" y="1447800"/>
            <a:ext cx="4978500" cy="762000"/>
          </a:xfrm>
          <a:prstGeom prst="rect">
            <a:avLst/>
          </a:prstGeom>
          <a:noFill/>
          <a:ln>
            <a:noFill/>
          </a:ln>
        </p:spPr>
        <p:txBody>
          <a:bodyPr spcFirstLastPara="1" wrap="square" lIns="91425" tIns="45700" rIns="91425" bIns="45700" anchor="b" anchorCtr="0">
            <a:noAutofit/>
          </a:bodyPr>
          <a:lstStyle>
            <a:lvl1pPr marL="457200" lvl="0" indent="-228600" algn="l" rtl="0">
              <a:spcBef>
                <a:spcPts val="575"/>
              </a:spcBef>
              <a:spcAft>
                <a:spcPts val="0"/>
              </a:spcAft>
              <a:buSzPts val="2040"/>
              <a:buNone/>
              <a:defRPr sz="2400" b="1">
                <a:solidFill>
                  <a:schemeClr val="accent1"/>
                </a:solidFill>
                <a:latin typeface="Century Gothic"/>
                <a:ea typeface="Century Gothic"/>
                <a:cs typeface="Century Gothic"/>
                <a:sym typeface="Century Gothic"/>
              </a:defRPr>
            </a:lvl1pPr>
            <a:lvl2pPr marL="914400" lvl="1" indent="-228600" algn="l" rtl="0">
              <a:spcBef>
                <a:spcPts val="375"/>
              </a:spcBef>
              <a:spcAft>
                <a:spcPts val="0"/>
              </a:spcAft>
              <a:buSzPts val="1700"/>
              <a:buNone/>
              <a:defRPr sz="2000" b="1"/>
            </a:lvl2pPr>
            <a:lvl3pPr marL="1371600" lvl="2" indent="-228600" algn="l" rtl="0">
              <a:spcBef>
                <a:spcPts val="375"/>
              </a:spcBef>
              <a:spcAft>
                <a:spcPts val="0"/>
              </a:spcAft>
              <a:buSzPts val="1530"/>
              <a:buNone/>
              <a:defRPr sz="1800" b="1"/>
            </a:lvl3pPr>
            <a:lvl4pPr marL="1828800" lvl="3" indent="-228600" algn="l" rtl="0">
              <a:spcBef>
                <a:spcPts val="375"/>
              </a:spcBef>
              <a:spcAft>
                <a:spcPts val="0"/>
              </a:spcAft>
              <a:buSzPts val="1280"/>
              <a:buNone/>
              <a:defRPr sz="1600" b="1"/>
            </a:lvl4pPr>
            <a:lvl5pPr marL="2286000" lvl="4" indent="-228600" algn="l" rtl="0">
              <a:spcBef>
                <a:spcPts val="375"/>
              </a:spcBef>
              <a:spcAft>
                <a:spcPts val="0"/>
              </a:spcAft>
              <a:buSzPts val="1600"/>
              <a:buNone/>
              <a:defRPr sz="1600" b="1"/>
            </a:lvl5pPr>
            <a:lvl6pPr marL="2743200" lvl="5" indent="-342900" algn="l" rtl="0">
              <a:spcBef>
                <a:spcPts val="370"/>
              </a:spcBef>
              <a:spcAft>
                <a:spcPts val="0"/>
              </a:spcAft>
              <a:buSzPts val="1800"/>
              <a:buChar char="•"/>
              <a:defRPr/>
            </a:lvl6pPr>
            <a:lvl7pPr marL="3200400" lvl="6" indent="-342900" algn="l" rtl="0">
              <a:spcBef>
                <a:spcPts val="370"/>
              </a:spcBef>
              <a:spcAft>
                <a:spcPts val="0"/>
              </a:spcAft>
              <a:buSzPts val="1800"/>
              <a:buChar char="•"/>
              <a:defRPr/>
            </a:lvl7pPr>
            <a:lvl8pPr marL="3657600" lvl="7" indent="-342900" algn="l" rtl="0">
              <a:spcBef>
                <a:spcPts val="370"/>
              </a:spcBef>
              <a:spcAft>
                <a:spcPts val="0"/>
              </a:spcAft>
              <a:buSzPts val="1800"/>
              <a:buChar char="•"/>
              <a:defRPr/>
            </a:lvl8pPr>
            <a:lvl9pPr marL="4114800" lvl="8" indent="-342900" algn="l" rtl="0">
              <a:spcBef>
                <a:spcPts val="370"/>
              </a:spcBef>
              <a:spcAft>
                <a:spcPts val="0"/>
              </a:spcAft>
              <a:buSzPts val="1800"/>
              <a:buChar char="•"/>
              <a:defRPr/>
            </a:lvl9pPr>
          </a:lstStyle>
          <a:p>
            <a:endParaRPr/>
          </a:p>
        </p:txBody>
      </p:sp>
      <p:sp>
        <p:nvSpPr>
          <p:cNvPr id="71" name="Google Shape;71;p10"/>
          <p:cNvSpPr txBox="1">
            <a:spLocks noGrp="1"/>
          </p:cNvSpPr>
          <p:nvPr>
            <p:ph type="body" idx="3"/>
          </p:nvPr>
        </p:nvSpPr>
        <p:spPr>
          <a:xfrm>
            <a:off x="1219200" y="2247900"/>
            <a:ext cx="4978500" cy="3886200"/>
          </a:xfrm>
          <a:prstGeom prst="rect">
            <a:avLst/>
          </a:prstGeom>
          <a:noFill/>
          <a:ln>
            <a:noFill/>
          </a:ln>
        </p:spPr>
        <p:txBody>
          <a:bodyPr spcFirstLastPara="1" wrap="square" lIns="91425" tIns="45700" rIns="91425" bIns="45700" anchor="t" anchorCtr="0">
            <a:noAutofit/>
          </a:bodyPr>
          <a:lstStyle>
            <a:lvl1pPr marL="457200" lvl="0" indent="-325755" algn="l" rtl="0">
              <a:spcBef>
                <a:spcPts val="575"/>
              </a:spcBef>
              <a:spcAft>
                <a:spcPts val="0"/>
              </a:spcAft>
              <a:buSzPts val="1530"/>
              <a:buChar char="⚫"/>
              <a:defRPr/>
            </a:lvl1pPr>
            <a:lvl2pPr marL="914400" lvl="1" indent="-325755" algn="l" rtl="0">
              <a:spcBef>
                <a:spcPts val="375"/>
              </a:spcBef>
              <a:spcAft>
                <a:spcPts val="0"/>
              </a:spcAft>
              <a:buSzPts val="1530"/>
              <a:buChar char="⚫"/>
              <a:defRPr/>
            </a:lvl2pPr>
            <a:lvl3pPr marL="1371600" lvl="2" indent="-325755" algn="l" rtl="0">
              <a:spcBef>
                <a:spcPts val="375"/>
              </a:spcBef>
              <a:spcAft>
                <a:spcPts val="0"/>
              </a:spcAft>
              <a:buSzPts val="1530"/>
              <a:buChar char="⚫"/>
              <a:defRPr/>
            </a:lvl3pPr>
            <a:lvl4pPr marL="1828800" lvl="3" indent="-320040" algn="l" rtl="0">
              <a:spcBef>
                <a:spcPts val="375"/>
              </a:spcBef>
              <a:spcAft>
                <a:spcPts val="0"/>
              </a:spcAft>
              <a:buSzPts val="1440"/>
              <a:buChar char="⚫"/>
              <a:defRPr/>
            </a:lvl4pPr>
            <a:lvl5pPr marL="2286000" lvl="4" indent="-342900" algn="l" rtl="0">
              <a:spcBef>
                <a:spcPts val="375"/>
              </a:spcBef>
              <a:spcAft>
                <a:spcPts val="0"/>
              </a:spcAft>
              <a:buSzPts val="1800"/>
              <a:buChar char="•"/>
              <a:defRPr/>
            </a:lvl5pPr>
            <a:lvl6pPr marL="2743200" lvl="5" indent="-342900" algn="l" rtl="0">
              <a:spcBef>
                <a:spcPts val="370"/>
              </a:spcBef>
              <a:spcAft>
                <a:spcPts val="0"/>
              </a:spcAft>
              <a:buSzPts val="1800"/>
              <a:buChar char="•"/>
              <a:defRPr/>
            </a:lvl6pPr>
            <a:lvl7pPr marL="3200400" lvl="6" indent="-342900" algn="l" rtl="0">
              <a:spcBef>
                <a:spcPts val="370"/>
              </a:spcBef>
              <a:spcAft>
                <a:spcPts val="0"/>
              </a:spcAft>
              <a:buSzPts val="1800"/>
              <a:buChar char="•"/>
              <a:defRPr/>
            </a:lvl7pPr>
            <a:lvl8pPr marL="3657600" lvl="7" indent="-342900" algn="l" rtl="0">
              <a:spcBef>
                <a:spcPts val="370"/>
              </a:spcBef>
              <a:spcAft>
                <a:spcPts val="0"/>
              </a:spcAft>
              <a:buSzPts val="1800"/>
              <a:buChar char="•"/>
              <a:defRPr/>
            </a:lvl8pPr>
            <a:lvl9pPr marL="4114800" lvl="8" indent="-342900" algn="l" rtl="0">
              <a:spcBef>
                <a:spcPts val="370"/>
              </a:spcBef>
              <a:spcAft>
                <a:spcPts val="0"/>
              </a:spcAft>
              <a:buSzPts val="1800"/>
              <a:buChar char="•"/>
              <a:defRPr/>
            </a:lvl9pPr>
          </a:lstStyle>
          <a:p>
            <a:endParaRPr/>
          </a:p>
        </p:txBody>
      </p:sp>
      <p:sp>
        <p:nvSpPr>
          <p:cNvPr id="72" name="Google Shape;72;p10"/>
          <p:cNvSpPr txBox="1">
            <a:spLocks noGrp="1"/>
          </p:cNvSpPr>
          <p:nvPr>
            <p:ph type="body" idx="4"/>
          </p:nvPr>
        </p:nvSpPr>
        <p:spPr>
          <a:xfrm>
            <a:off x="1219200" y="1447800"/>
            <a:ext cx="4978500" cy="762000"/>
          </a:xfrm>
          <a:prstGeom prst="rect">
            <a:avLst/>
          </a:prstGeom>
          <a:noFill/>
          <a:ln>
            <a:noFill/>
          </a:ln>
        </p:spPr>
        <p:txBody>
          <a:bodyPr spcFirstLastPara="1" wrap="square" lIns="91425" tIns="45700" rIns="91425" bIns="45700" anchor="b" anchorCtr="0">
            <a:noAutofit/>
          </a:bodyPr>
          <a:lstStyle>
            <a:lvl1pPr marL="457200" lvl="0" indent="-228600" algn="l" rtl="0">
              <a:spcBef>
                <a:spcPts val="575"/>
              </a:spcBef>
              <a:spcAft>
                <a:spcPts val="0"/>
              </a:spcAft>
              <a:buSzPts val="2040"/>
              <a:buNone/>
              <a:defRPr sz="2400" b="1">
                <a:solidFill>
                  <a:schemeClr val="accent1"/>
                </a:solidFill>
                <a:latin typeface="Century Gothic"/>
                <a:ea typeface="Century Gothic"/>
                <a:cs typeface="Century Gothic"/>
                <a:sym typeface="Century Gothic"/>
              </a:defRPr>
            </a:lvl1pPr>
            <a:lvl2pPr marL="914400" lvl="1" indent="-228600" algn="l" rtl="0">
              <a:spcBef>
                <a:spcPts val="375"/>
              </a:spcBef>
              <a:spcAft>
                <a:spcPts val="0"/>
              </a:spcAft>
              <a:buSzPts val="1700"/>
              <a:buNone/>
              <a:defRPr sz="2000" b="1"/>
            </a:lvl2pPr>
            <a:lvl3pPr marL="1371600" lvl="2" indent="-228600" algn="l" rtl="0">
              <a:spcBef>
                <a:spcPts val="375"/>
              </a:spcBef>
              <a:spcAft>
                <a:spcPts val="0"/>
              </a:spcAft>
              <a:buSzPts val="1530"/>
              <a:buNone/>
              <a:defRPr sz="1800" b="1"/>
            </a:lvl3pPr>
            <a:lvl4pPr marL="1828800" lvl="3" indent="-228600" algn="l" rtl="0">
              <a:spcBef>
                <a:spcPts val="375"/>
              </a:spcBef>
              <a:spcAft>
                <a:spcPts val="0"/>
              </a:spcAft>
              <a:buSzPts val="1280"/>
              <a:buNone/>
              <a:defRPr sz="1600" b="1"/>
            </a:lvl4pPr>
            <a:lvl5pPr marL="2286000" lvl="4" indent="-228600" algn="l" rtl="0">
              <a:spcBef>
                <a:spcPts val="375"/>
              </a:spcBef>
              <a:spcAft>
                <a:spcPts val="0"/>
              </a:spcAft>
              <a:buSzPts val="1600"/>
              <a:buNone/>
              <a:defRPr sz="1600" b="1"/>
            </a:lvl5pPr>
            <a:lvl6pPr marL="2743200" lvl="5" indent="-342900" algn="l" rtl="0">
              <a:spcBef>
                <a:spcPts val="370"/>
              </a:spcBef>
              <a:spcAft>
                <a:spcPts val="0"/>
              </a:spcAft>
              <a:buSzPts val="1800"/>
              <a:buChar char="•"/>
              <a:defRPr/>
            </a:lvl6pPr>
            <a:lvl7pPr marL="3200400" lvl="6" indent="-342900" algn="l" rtl="0">
              <a:spcBef>
                <a:spcPts val="370"/>
              </a:spcBef>
              <a:spcAft>
                <a:spcPts val="0"/>
              </a:spcAft>
              <a:buSzPts val="1800"/>
              <a:buChar char="•"/>
              <a:defRPr/>
            </a:lvl7pPr>
            <a:lvl8pPr marL="3657600" lvl="7" indent="-342900" algn="l" rtl="0">
              <a:spcBef>
                <a:spcPts val="370"/>
              </a:spcBef>
              <a:spcAft>
                <a:spcPts val="0"/>
              </a:spcAft>
              <a:buSzPts val="1800"/>
              <a:buChar char="•"/>
              <a:defRPr/>
            </a:lvl8pPr>
            <a:lvl9pPr marL="4114800" lvl="8" indent="-342900" algn="l" rtl="0">
              <a:spcBef>
                <a:spcPts val="370"/>
              </a:spcBef>
              <a:spcAft>
                <a:spcPts val="0"/>
              </a:spcAft>
              <a:buSzPts val="1800"/>
              <a:buChar char="•"/>
              <a:defRPr/>
            </a:lvl9pPr>
          </a:lstStyle>
          <a:p>
            <a:endParaRPr/>
          </a:p>
        </p:txBody>
      </p:sp>
      <p:sp>
        <p:nvSpPr>
          <p:cNvPr id="73" name="Google Shape;73;p10"/>
          <p:cNvSpPr txBox="1">
            <a:spLocks noGrp="1"/>
          </p:cNvSpPr>
          <p:nvPr>
            <p:ph type="title"/>
          </p:nvPr>
        </p:nvSpPr>
        <p:spPr>
          <a:xfrm>
            <a:off x="1219200" y="273050"/>
            <a:ext cx="10363200" cy="1143000"/>
          </a:xfrm>
          <a:prstGeom prst="rect">
            <a:avLst/>
          </a:prstGeom>
          <a:noFill/>
          <a:ln>
            <a:noFill/>
          </a:ln>
        </p:spPr>
        <p:txBody>
          <a:bodyPr spcFirstLastPara="1" wrap="square" lIns="91425" tIns="45700" rIns="91425" bIns="91425" anchor="b"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6" name="Google Shape;76;p10"/>
          <p:cNvSpPr>
            <a:spLocks noGrp="1"/>
          </p:cNvSpPr>
          <p:nvPr>
            <p:ph type="sldNum" idx="12"/>
          </p:nvPr>
        </p:nvSpPr>
        <p:spPr>
          <a:xfrm>
            <a:off x="195262" y="6210300"/>
            <a:ext cx="609600" cy="457200"/>
          </a:xfrm>
          <a:prstGeom prst="ellipse">
            <a:avLst/>
          </a:prstGeom>
          <a:solidFill>
            <a:srgbClr val="0E58C4"/>
          </a:solidFill>
          <a:ln w="9525" cap="flat" cmpd="sng">
            <a:solidFill>
              <a:srgbClr val="0E58C4"/>
            </a:solidFill>
            <a:prstDash val="solid"/>
            <a:miter lim="800000"/>
            <a:headEnd type="none" w="sm" len="sm"/>
            <a:tailEnd type="none" w="sm" len="sm"/>
          </a:ln>
        </p:spPr>
        <p:txBody>
          <a:bodyPr spcFirstLastPara="1" wrap="square" lIns="0" tIns="0" rIns="0" bIns="0" anchor="ctr" anchorCtr="1">
            <a:noAutofit/>
          </a:bodyPr>
          <a:lstStyle>
            <a:lvl1pPr marL="0" marR="0" lvl="0" indent="0" algn="ctr" rtl="0">
              <a:lnSpc>
                <a:spcPct val="100000"/>
              </a:lnSpc>
              <a:spcBef>
                <a:spcPts val="0"/>
              </a:spcBef>
              <a:spcAft>
                <a:spcPts val="0"/>
              </a:spcAft>
              <a:buClr>
                <a:schemeClr val="lt1"/>
              </a:buClr>
              <a:buSzPts val="1400"/>
              <a:buFont typeface="Century Gothic"/>
              <a:buNone/>
              <a:defRPr sz="1400" b="0" i="0" u="none">
                <a:solidFill>
                  <a:schemeClr val="lt1"/>
                </a:solidFill>
                <a:latin typeface="Century Gothic"/>
                <a:ea typeface="Century Gothic"/>
                <a:cs typeface="Century Gothic"/>
                <a:sym typeface="Century Gothic"/>
              </a:defRPr>
            </a:lvl1pPr>
            <a:lvl2pPr marL="0" marR="0" lvl="1" indent="0" algn="ctr" rtl="0">
              <a:lnSpc>
                <a:spcPct val="100000"/>
              </a:lnSpc>
              <a:spcBef>
                <a:spcPts val="0"/>
              </a:spcBef>
              <a:spcAft>
                <a:spcPts val="0"/>
              </a:spcAft>
              <a:buClr>
                <a:schemeClr val="lt1"/>
              </a:buClr>
              <a:buSzPts val="1400"/>
              <a:buFont typeface="Century Gothic"/>
              <a:buNone/>
              <a:defRPr sz="1400" b="0" i="0" u="none">
                <a:solidFill>
                  <a:schemeClr val="lt1"/>
                </a:solidFill>
                <a:latin typeface="Century Gothic"/>
                <a:ea typeface="Century Gothic"/>
                <a:cs typeface="Century Gothic"/>
                <a:sym typeface="Century Gothic"/>
              </a:defRPr>
            </a:lvl2pPr>
            <a:lvl3pPr marL="0" marR="0" lvl="2" indent="0" algn="ctr" rtl="0">
              <a:lnSpc>
                <a:spcPct val="100000"/>
              </a:lnSpc>
              <a:spcBef>
                <a:spcPts val="0"/>
              </a:spcBef>
              <a:spcAft>
                <a:spcPts val="0"/>
              </a:spcAft>
              <a:buClr>
                <a:schemeClr val="lt1"/>
              </a:buClr>
              <a:buSzPts val="1400"/>
              <a:buFont typeface="Century Gothic"/>
              <a:buNone/>
              <a:defRPr sz="1400" b="0" i="0" u="none">
                <a:solidFill>
                  <a:schemeClr val="lt1"/>
                </a:solidFill>
                <a:latin typeface="Century Gothic"/>
                <a:ea typeface="Century Gothic"/>
                <a:cs typeface="Century Gothic"/>
                <a:sym typeface="Century Gothic"/>
              </a:defRPr>
            </a:lvl3pPr>
            <a:lvl4pPr marL="0" marR="0" lvl="3" indent="0" algn="ctr" rtl="0">
              <a:lnSpc>
                <a:spcPct val="100000"/>
              </a:lnSpc>
              <a:spcBef>
                <a:spcPts val="0"/>
              </a:spcBef>
              <a:spcAft>
                <a:spcPts val="0"/>
              </a:spcAft>
              <a:buClr>
                <a:schemeClr val="lt1"/>
              </a:buClr>
              <a:buSzPts val="1400"/>
              <a:buFont typeface="Century Gothic"/>
              <a:buNone/>
              <a:defRPr sz="1400" b="0" i="0" u="none">
                <a:solidFill>
                  <a:schemeClr val="lt1"/>
                </a:solidFill>
                <a:latin typeface="Century Gothic"/>
                <a:ea typeface="Century Gothic"/>
                <a:cs typeface="Century Gothic"/>
                <a:sym typeface="Century Gothic"/>
              </a:defRPr>
            </a:lvl4pPr>
            <a:lvl5pPr marL="0" marR="0" lvl="4" indent="0" algn="ctr" rtl="0">
              <a:lnSpc>
                <a:spcPct val="100000"/>
              </a:lnSpc>
              <a:spcBef>
                <a:spcPts val="0"/>
              </a:spcBef>
              <a:spcAft>
                <a:spcPts val="0"/>
              </a:spcAft>
              <a:buClr>
                <a:schemeClr val="lt1"/>
              </a:buClr>
              <a:buSzPts val="1400"/>
              <a:buFont typeface="Century Gothic"/>
              <a:buNone/>
              <a:defRPr sz="1400" b="0" i="0" u="none">
                <a:solidFill>
                  <a:schemeClr val="lt1"/>
                </a:solidFill>
                <a:latin typeface="Century Gothic"/>
                <a:ea typeface="Century Gothic"/>
                <a:cs typeface="Century Gothic"/>
                <a:sym typeface="Century Gothic"/>
              </a:defRPr>
            </a:lvl5pPr>
            <a:lvl6pPr marL="0" marR="0" lvl="5" indent="0" algn="ctr" rtl="0">
              <a:lnSpc>
                <a:spcPct val="100000"/>
              </a:lnSpc>
              <a:spcBef>
                <a:spcPts val="0"/>
              </a:spcBef>
              <a:spcAft>
                <a:spcPts val="0"/>
              </a:spcAft>
              <a:buClr>
                <a:schemeClr val="lt1"/>
              </a:buClr>
              <a:buSzPts val="1400"/>
              <a:buFont typeface="Century Gothic"/>
              <a:buNone/>
              <a:defRPr sz="1400" b="0" i="0" u="none">
                <a:solidFill>
                  <a:schemeClr val="lt1"/>
                </a:solidFill>
                <a:latin typeface="Century Gothic"/>
                <a:ea typeface="Century Gothic"/>
                <a:cs typeface="Century Gothic"/>
                <a:sym typeface="Century Gothic"/>
              </a:defRPr>
            </a:lvl6pPr>
            <a:lvl7pPr marL="0" marR="0" lvl="6" indent="0" algn="ctr" rtl="0">
              <a:lnSpc>
                <a:spcPct val="100000"/>
              </a:lnSpc>
              <a:spcBef>
                <a:spcPts val="0"/>
              </a:spcBef>
              <a:spcAft>
                <a:spcPts val="0"/>
              </a:spcAft>
              <a:buClr>
                <a:schemeClr val="lt1"/>
              </a:buClr>
              <a:buSzPts val="1400"/>
              <a:buFont typeface="Century Gothic"/>
              <a:buNone/>
              <a:defRPr sz="1400" b="0" i="0" u="none">
                <a:solidFill>
                  <a:schemeClr val="lt1"/>
                </a:solidFill>
                <a:latin typeface="Century Gothic"/>
                <a:ea typeface="Century Gothic"/>
                <a:cs typeface="Century Gothic"/>
                <a:sym typeface="Century Gothic"/>
              </a:defRPr>
            </a:lvl7pPr>
            <a:lvl8pPr marL="0" marR="0" lvl="7" indent="0" algn="ctr" rtl="0">
              <a:lnSpc>
                <a:spcPct val="100000"/>
              </a:lnSpc>
              <a:spcBef>
                <a:spcPts val="0"/>
              </a:spcBef>
              <a:spcAft>
                <a:spcPts val="0"/>
              </a:spcAft>
              <a:buClr>
                <a:schemeClr val="lt1"/>
              </a:buClr>
              <a:buSzPts val="1400"/>
              <a:buFont typeface="Century Gothic"/>
              <a:buNone/>
              <a:defRPr sz="1400" b="0" i="0" u="none">
                <a:solidFill>
                  <a:schemeClr val="lt1"/>
                </a:solidFill>
                <a:latin typeface="Century Gothic"/>
                <a:ea typeface="Century Gothic"/>
                <a:cs typeface="Century Gothic"/>
                <a:sym typeface="Century Gothic"/>
              </a:defRPr>
            </a:lvl8pPr>
            <a:lvl9pPr marL="0" marR="0" lvl="8" indent="0" algn="ctr" rtl="0">
              <a:lnSpc>
                <a:spcPct val="100000"/>
              </a:lnSpc>
              <a:spcBef>
                <a:spcPts val="0"/>
              </a:spcBef>
              <a:spcAft>
                <a:spcPts val="0"/>
              </a:spcAft>
              <a:buClr>
                <a:schemeClr val="lt1"/>
              </a:buClr>
              <a:buSzPts val="1400"/>
              <a:buFont typeface="Century Gothic"/>
              <a:buNone/>
              <a:defRPr sz="1400" b="0" i="0" u="none">
                <a:solidFill>
                  <a:schemeClr val="lt1"/>
                </a:solidFill>
                <a:latin typeface="Century Gothic"/>
                <a:ea typeface="Century Gothic"/>
                <a:cs typeface="Century Gothic"/>
                <a:sym typeface="Century Gothic"/>
              </a:defRPr>
            </a:lvl9pPr>
          </a:lstStyle>
          <a:p>
            <a:pPr marL="0" lvl="0" indent="0" algn="ctr" rtl="0">
              <a:spcBef>
                <a:spcPts val="0"/>
              </a:spcBef>
              <a:spcAft>
                <a:spcPts val="0"/>
              </a:spcAft>
              <a:buNone/>
            </a:pPr>
            <a:fld id="{00000000-1234-1234-1234-123412341234}" type="slidenum">
              <a:rPr lang="en-US"/>
              <a:pPr marL="0" lvl="0" indent="0" algn="ctr" rtl="0">
                <a:spcBef>
                  <a:spcPts val="0"/>
                </a:spcBef>
                <a:spcAft>
                  <a:spcPts val="0"/>
                </a:spcAft>
                <a:buNone/>
              </a:pPr>
              <a:t>‹#›</a:t>
            </a:fld>
            <a:endParaRPr lang="en-US"/>
          </a:p>
        </p:txBody>
      </p:sp>
      <p:sp>
        <p:nvSpPr>
          <p:cNvPr id="30" name="Google Shape;30;p3"/>
          <p:cNvSpPr txBox="1"/>
          <p:nvPr userDrawn="1"/>
        </p:nvSpPr>
        <p:spPr>
          <a:xfrm>
            <a:off x="1346200" y="6299200"/>
            <a:ext cx="5283300" cy="457200"/>
          </a:xfrm>
          <a:prstGeom prst="rect">
            <a:avLst/>
          </a:prstGeom>
          <a:noFill/>
          <a:ln>
            <a:noFill/>
          </a:ln>
        </p:spPr>
        <p:txBody>
          <a:bodyPr wrap="square" lIns="91425" tIns="45700" rIns="91425" bIns="45700" anchor="ctr" anchorCtr="0">
            <a:noAutofit/>
          </a:bodyPr>
          <a:lstStyle>
            <a:lvl1pPr marR="0" lvl="0" algn="l" rtl="0">
              <a:lnSpc>
                <a:spcPct val="100000"/>
              </a:lnSpc>
              <a:spcBef>
                <a:spcPts val="0"/>
              </a:spcBef>
              <a:spcAft>
                <a:spcPts val="0"/>
              </a:spcAft>
              <a:buSzPts val="1400"/>
              <a:buNone/>
              <a:defRPr sz="1400" b="0" i="0" u="none">
                <a:solidFill>
                  <a:schemeClr val="dk2"/>
                </a:solidFill>
                <a:latin typeface="Palatino Linotype"/>
                <a:ea typeface="Palatino Linotype"/>
                <a:cs typeface="Palatino Linotype"/>
                <a:sym typeface="Palatino Linotype"/>
              </a:defRPr>
            </a:lvl1pPr>
            <a:lvl2pPr marR="0" lvl="1" algn="l" rtl="0">
              <a:lnSpc>
                <a:spcPct val="100000"/>
              </a:lnSpc>
              <a:spcBef>
                <a:spcPts val="0"/>
              </a:spcBef>
              <a:spcAft>
                <a:spcPts val="0"/>
              </a:spcAft>
              <a:buSzPts val="1400"/>
              <a:buNone/>
              <a:defRPr sz="1800" b="0" i="0" u="none" strike="noStrike" cap="none">
                <a:solidFill>
                  <a:schemeClr val="dk1"/>
                </a:solidFill>
                <a:latin typeface="Palatino Linotype"/>
                <a:ea typeface="Palatino Linotype"/>
                <a:cs typeface="Palatino Linotype"/>
                <a:sym typeface="Palatino Linotype"/>
              </a:defRPr>
            </a:lvl2pPr>
            <a:lvl3pPr marR="0" lvl="2" algn="l" rtl="0">
              <a:lnSpc>
                <a:spcPct val="100000"/>
              </a:lnSpc>
              <a:spcBef>
                <a:spcPts val="0"/>
              </a:spcBef>
              <a:spcAft>
                <a:spcPts val="0"/>
              </a:spcAft>
              <a:buSzPts val="1400"/>
              <a:buNone/>
              <a:defRPr sz="1800" b="0" i="0" u="none" strike="noStrike" cap="none">
                <a:solidFill>
                  <a:schemeClr val="dk1"/>
                </a:solidFill>
                <a:latin typeface="Palatino Linotype"/>
                <a:ea typeface="Palatino Linotype"/>
                <a:cs typeface="Palatino Linotype"/>
                <a:sym typeface="Palatino Linotype"/>
              </a:defRPr>
            </a:lvl3pPr>
            <a:lvl4pPr marR="0" lvl="3" algn="l" rtl="0">
              <a:lnSpc>
                <a:spcPct val="100000"/>
              </a:lnSpc>
              <a:spcBef>
                <a:spcPts val="0"/>
              </a:spcBef>
              <a:spcAft>
                <a:spcPts val="0"/>
              </a:spcAft>
              <a:buSzPts val="1400"/>
              <a:buNone/>
              <a:defRPr sz="1800" b="0" i="0" u="none" strike="noStrike" cap="none">
                <a:solidFill>
                  <a:schemeClr val="dk1"/>
                </a:solidFill>
                <a:latin typeface="Palatino Linotype"/>
                <a:ea typeface="Palatino Linotype"/>
                <a:cs typeface="Palatino Linotype"/>
                <a:sym typeface="Palatino Linotype"/>
              </a:defRPr>
            </a:lvl4pPr>
            <a:lvl5pPr marR="0" lvl="4" algn="l" rtl="0">
              <a:lnSpc>
                <a:spcPct val="100000"/>
              </a:lnSpc>
              <a:spcBef>
                <a:spcPts val="0"/>
              </a:spcBef>
              <a:spcAft>
                <a:spcPts val="0"/>
              </a:spcAft>
              <a:buSzPts val="1400"/>
              <a:buNone/>
              <a:defRPr sz="1800" b="0" i="0" u="none" strike="noStrike" cap="none">
                <a:solidFill>
                  <a:schemeClr val="dk1"/>
                </a:solidFill>
                <a:latin typeface="Palatino Linotype"/>
                <a:ea typeface="Palatino Linotype"/>
                <a:cs typeface="Palatino Linotype"/>
                <a:sym typeface="Palatino Linotype"/>
              </a:defRPr>
            </a:lvl5pPr>
            <a:lvl6pPr marR="0" lvl="5" algn="l" rtl="0">
              <a:lnSpc>
                <a:spcPct val="100000"/>
              </a:lnSpc>
              <a:spcBef>
                <a:spcPts val="0"/>
              </a:spcBef>
              <a:spcAft>
                <a:spcPts val="0"/>
              </a:spcAft>
              <a:buSzPts val="1400"/>
              <a:buNone/>
              <a:defRPr sz="1800" b="0" i="0" u="none" strike="noStrike" cap="none">
                <a:solidFill>
                  <a:schemeClr val="dk1"/>
                </a:solidFill>
                <a:latin typeface="Palatino Linotype"/>
                <a:ea typeface="Palatino Linotype"/>
                <a:cs typeface="Palatino Linotype"/>
                <a:sym typeface="Palatino Linotype"/>
              </a:defRPr>
            </a:lvl6pPr>
            <a:lvl7pPr marR="0" lvl="6" algn="l" rtl="0">
              <a:lnSpc>
                <a:spcPct val="100000"/>
              </a:lnSpc>
              <a:spcBef>
                <a:spcPts val="0"/>
              </a:spcBef>
              <a:spcAft>
                <a:spcPts val="0"/>
              </a:spcAft>
              <a:buSzPts val="1400"/>
              <a:buNone/>
              <a:defRPr sz="1800" b="0" i="0" u="none" strike="noStrike" cap="none">
                <a:solidFill>
                  <a:schemeClr val="dk1"/>
                </a:solidFill>
                <a:latin typeface="Palatino Linotype"/>
                <a:ea typeface="Palatino Linotype"/>
                <a:cs typeface="Palatino Linotype"/>
                <a:sym typeface="Palatino Linotype"/>
              </a:defRPr>
            </a:lvl7pPr>
            <a:lvl8pPr marR="0" lvl="7" algn="l" rtl="0">
              <a:lnSpc>
                <a:spcPct val="100000"/>
              </a:lnSpc>
              <a:spcBef>
                <a:spcPts val="0"/>
              </a:spcBef>
              <a:spcAft>
                <a:spcPts val="0"/>
              </a:spcAft>
              <a:buSzPts val="1400"/>
              <a:buNone/>
              <a:defRPr sz="1800" b="0" i="0" u="none" strike="noStrike" cap="none">
                <a:solidFill>
                  <a:schemeClr val="dk1"/>
                </a:solidFill>
                <a:latin typeface="Palatino Linotype"/>
                <a:ea typeface="Palatino Linotype"/>
                <a:cs typeface="Palatino Linotype"/>
                <a:sym typeface="Palatino Linotype"/>
              </a:defRPr>
            </a:lvl8pPr>
            <a:lvl9pPr marR="0" lvl="8" algn="l" rtl="0">
              <a:lnSpc>
                <a:spcPct val="100000"/>
              </a:lnSpc>
              <a:spcBef>
                <a:spcPts val="0"/>
              </a:spcBef>
              <a:spcAft>
                <a:spcPts val="0"/>
              </a:spcAft>
              <a:buSzPts val="1400"/>
              <a:buNone/>
              <a:defRPr sz="1800" b="0" i="0" u="none" strike="noStrike" cap="none">
                <a:solidFill>
                  <a:schemeClr val="dk1"/>
                </a:solidFill>
                <a:latin typeface="Palatino Linotype"/>
                <a:ea typeface="Palatino Linotype"/>
                <a:cs typeface="Palatino Linotype"/>
                <a:sym typeface="Palatino Linotype"/>
              </a:defRPr>
            </a:lvl9pPr>
          </a:lstStyle>
          <a:p>
            <a:r>
              <a:rPr lang="en-US"/>
              <a:t>First Review</a:t>
            </a:r>
          </a:p>
        </p:txBody>
      </p:sp>
    </p:spTree>
  </p:cSld>
  <p:clrMapOvr>
    <a:masterClrMapping/>
  </p:clrMapOvr>
  <p:transition spd="med">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matchingName="Section Header" type="secHead">
  <p:cSld name="SECTION_HEADER">
    <p:spTree>
      <p:nvGrpSpPr>
        <p:cNvPr id="1" name="Shape 88"/>
        <p:cNvGrpSpPr/>
        <p:nvPr/>
      </p:nvGrpSpPr>
      <p:grpSpPr>
        <a:xfrm>
          <a:off x="0" y="0"/>
          <a:ext cx="0" cy="0"/>
          <a:chOff x="0" y="0"/>
          <a:chExt cx="0" cy="0"/>
        </a:xfrm>
      </p:grpSpPr>
      <p:sp>
        <p:nvSpPr>
          <p:cNvPr id="89" name="Google Shape;89;p12"/>
          <p:cNvSpPr txBox="1">
            <a:spLocks noGrp="1"/>
          </p:cNvSpPr>
          <p:nvPr>
            <p:ph type="body" idx="1"/>
          </p:nvPr>
        </p:nvSpPr>
        <p:spPr>
          <a:xfrm>
            <a:off x="963084" y="2547938"/>
            <a:ext cx="10363200" cy="1338300"/>
          </a:xfrm>
          <a:prstGeom prst="rect">
            <a:avLst/>
          </a:prstGeom>
          <a:noFill/>
          <a:ln>
            <a:noFill/>
          </a:ln>
        </p:spPr>
        <p:txBody>
          <a:bodyPr spcFirstLastPara="1" wrap="square" lIns="91425" tIns="45700" rIns="91425" bIns="45700" anchor="t" anchorCtr="0">
            <a:noAutofit/>
          </a:bodyPr>
          <a:lstStyle>
            <a:lvl1pPr marL="457200" lvl="0" indent="-228600" algn="l" rtl="0">
              <a:spcBef>
                <a:spcPts val="575"/>
              </a:spcBef>
              <a:spcAft>
                <a:spcPts val="0"/>
              </a:spcAft>
              <a:buSzPts val="2040"/>
              <a:buNone/>
              <a:defRPr sz="2400">
                <a:solidFill>
                  <a:srgbClr val="888888"/>
                </a:solidFill>
              </a:defRPr>
            </a:lvl1pPr>
            <a:lvl2pPr marL="914400" lvl="1" indent="-228600" algn="l" rtl="0">
              <a:spcBef>
                <a:spcPts val="375"/>
              </a:spcBef>
              <a:spcAft>
                <a:spcPts val="0"/>
              </a:spcAft>
              <a:buSzPts val="1530"/>
              <a:buNone/>
              <a:defRPr sz="1800">
                <a:solidFill>
                  <a:srgbClr val="888888"/>
                </a:solidFill>
              </a:defRPr>
            </a:lvl2pPr>
            <a:lvl3pPr marL="1371600" lvl="2" indent="-228600" algn="l" rtl="0">
              <a:spcBef>
                <a:spcPts val="375"/>
              </a:spcBef>
              <a:spcAft>
                <a:spcPts val="0"/>
              </a:spcAft>
              <a:buSzPts val="1360"/>
              <a:buNone/>
              <a:defRPr sz="1600">
                <a:solidFill>
                  <a:srgbClr val="888888"/>
                </a:solidFill>
              </a:defRPr>
            </a:lvl3pPr>
            <a:lvl4pPr marL="1828800" lvl="3" indent="-228600" algn="l" rtl="0">
              <a:spcBef>
                <a:spcPts val="375"/>
              </a:spcBef>
              <a:spcAft>
                <a:spcPts val="0"/>
              </a:spcAft>
              <a:buSzPts val="1120"/>
              <a:buNone/>
              <a:defRPr sz="1400">
                <a:solidFill>
                  <a:srgbClr val="888888"/>
                </a:solidFill>
              </a:defRPr>
            </a:lvl4pPr>
            <a:lvl5pPr marL="2286000" lvl="4" indent="-228600" algn="l" rtl="0">
              <a:spcBef>
                <a:spcPts val="375"/>
              </a:spcBef>
              <a:spcAft>
                <a:spcPts val="0"/>
              </a:spcAft>
              <a:buSzPts val="1400"/>
              <a:buNone/>
              <a:defRPr sz="1400">
                <a:solidFill>
                  <a:srgbClr val="888888"/>
                </a:solidFill>
              </a:defRPr>
            </a:lvl5pPr>
            <a:lvl6pPr marL="2743200" lvl="5" indent="-342900" algn="l" rtl="0">
              <a:spcBef>
                <a:spcPts val="370"/>
              </a:spcBef>
              <a:spcAft>
                <a:spcPts val="0"/>
              </a:spcAft>
              <a:buSzPts val="1800"/>
              <a:buChar char="•"/>
              <a:defRPr/>
            </a:lvl6pPr>
            <a:lvl7pPr marL="3200400" lvl="6" indent="-342900" algn="l" rtl="0">
              <a:spcBef>
                <a:spcPts val="370"/>
              </a:spcBef>
              <a:spcAft>
                <a:spcPts val="0"/>
              </a:spcAft>
              <a:buSzPts val="1800"/>
              <a:buChar char="•"/>
              <a:defRPr/>
            </a:lvl7pPr>
            <a:lvl8pPr marL="3657600" lvl="7" indent="-342900" algn="l" rtl="0">
              <a:spcBef>
                <a:spcPts val="370"/>
              </a:spcBef>
              <a:spcAft>
                <a:spcPts val="0"/>
              </a:spcAft>
              <a:buSzPts val="1800"/>
              <a:buChar char="•"/>
              <a:defRPr/>
            </a:lvl8pPr>
            <a:lvl9pPr marL="4114800" lvl="8" indent="-342900" algn="l" rtl="0">
              <a:spcBef>
                <a:spcPts val="370"/>
              </a:spcBef>
              <a:spcAft>
                <a:spcPts val="0"/>
              </a:spcAft>
              <a:buSzPts val="1800"/>
              <a:buChar char="•"/>
              <a:defRPr/>
            </a:lvl9pPr>
          </a:lstStyle>
          <a:p>
            <a:endParaRPr/>
          </a:p>
        </p:txBody>
      </p:sp>
      <p:sp>
        <p:nvSpPr>
          <p:cNvPr id="90" name="Google Shape;90;p12"/>
          <p:cNvSpPr txBox="1">
            <a:spLocks noGrp="1"/>
          </p:cNvSpPr>
          <p:nvPr>
            <p:ph type="title"/>
          </p:nvPr>
        </p:nvSpPr>
        <p:spPr>
          <a:xfrm>
            <a:off x="963084" y="952501"/>
            <a:ext cx="10363200" cy="1362000"/>
          </a:xfrm>
          <a:prstGeom prst="rect">
            <a:avLst/>
          </a:prstGeom>
          <a:noFill/>
          <a:ln>
            <a:noFill/>
          </a:ln>
        </p:spPr>
        <p:txBody>
          <a:bodyPr spcFirstLastPara="1" wrap="square" lIns="91425" tIns="45700" rIns="91425" bIns="91425" anchor="b" anchorCtr="0">
            <a:noAutofit/>
          </a:bodyPr>
          <a:lstStyle>
            <a:lvl1pPr lvl="0" algn="l" rtl="0">
              <a:spcBef>
                <a:spcPts val="0"/>
              </a:spcBef>
              <a:spcAft>
                <a:spcPts val="0"/>
              </a:spcAft>
              <a:buClr>
                <a:schemeClr val="dk2"/>
              </a:buClr>
              <a:buSzPts val="4000"/>
              <a:buFont typeface="Century Gothic"/>
              <a:buNone/>
              <a:defRPr sz="4000" b="0" cap="none"/>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93" name="Google Shape;93;p12"/>
          <p:cNvSpPr>
            <a:spLocks noGrp="1"/>
          </p:cNvSpPr>
          <p:nvPr>
            <p:ph type="sldNum" idx="12"/>
          </p:nvPr>
        </p:nvSpPr>
        <p:spPr>
          <a:xfrm>
            <a:off x="195262" y="6208712"/>
            <a:ext cx="609600" cy="457200"/>
          </a:xfrm>
          <a:prstGeom prst="ellipse">
            <a:avLst/>
          </a:prstGeom>
          <a:solidFill>
            <a:srgbClr val="0E58C4"/>
          </a:solidFill>
          <a:ln w="9525" cap="flat" cmpd="sng">
            <a:solidFill>
              <a:srgbClr val="0E58C4"/>
            </a:solidFill>
            <a:prstDash val="solid"/>
            <a:miter lim="800000"/>
            <a:headEnd type="none" w="sm" len="sm"/>
            <a:tailEnd type="none" w="sm" len="sm"/>
          </a:ln>
        </p:spPr>
        <p:txBody>
          <a:bodyPr spcFirstLastPara="1" wrap="square" lIns="0" tIns="0" rIns="0" bIns="0" anchor="ctr" anchorCtr="1">
            <a:noAutofit/>
          </a:bodyPr>
          <a:lstStyle>
            <a:lvl1pPr marL="0" marR="0" lvl="0" indent="0" algn="ctr" rtl="0">
              <a:lnSpc>
                <a:spcPct val="100000"/>
              </a:lnSpc>
              <a:spcBef>
                <a:spcPts val="0"/>
              </a:spcBef>
              <a:spcAft>
                <a:spcPts val="0"/>
              </a:spcAft>
              <a:buClr>
                <a:schemeClr val="lt1"/>
              </a:buClr>
              <a:buSzPts val="1400"/>
              <a:buFont typeface="Century Gothic"/>
              <a:buNone/>
              <a:defRPr sz="1400" b="0" i="0" u="none">
                <a:solidFill>
                  <a:schemeClr val="lt1"/>
                </a:solidFill>
                <a:latin typeface="Century Gothic"/>
                <a:ea typeface="Century Gothic"/>
                <a:cs typeface="Century Gothic"/>
                <a:sym typeface="Century Gothic"/>
              </a:defRPr>
            </a:lvl1pPr>
            <a:lvl2pPr marL="0" marR="0" lvl="1" indent="0" algn="ctr" rtl="0">
              <a:lnSpc>
                <a:spcPct val="100000"/>
              </a:lnSpc>
              <a:spcBef>
                <a:spcPts val="0"/>
              </a:spcBef>
              <a:spcAft>
                <a:spcPts val="0"/>
              </a:spcAft>
              <a:buClr>
                <a:schemeClr val="lt1"/>
              </a:buClr>
              <a:buSzPts val="1400"/>
              <a:buFont typeface="Century Gothic"/>
              <a:buNone/>
              <a:defRPr sz="1400" b="0" i="0" u="none">
                <a:solidFill>
                  <a:schemeClr val="lt1"/>
                </a:solidFill>
                <a:latin typeface="Century Gothic"/>
                <a:ea typeface="Century Gothic"/>
                <a:cs typeface="Century Gothic"/>
                <a:sym typeface="Century Gothic"/>
              </a:defRPr>
            </a:lvl2pPr>
            <a:lvl3pPr marL="0" marR="0" lvl="2" indent="0" algn="ctr" rtl="0">
              <a:lnSpc>
                <a:spcPct val="100000"/>
              </a:lnSpc>
              <a:spcBef>
                <a:spcPts val="0"/>
              </a:spcBef>
              <a:spcAft>
                <a:spcPts val="0"/>
              </a:spcAft>
              <a:buClr>
                <a:schemeClr val="lt1"/>
              </a:buClr>
              <a:buSzPts val="1400"/>
              <a:buFont typeface="Century Gothic"/>
              <a:buNone/>
              <a:defRPr sz="1400" b="0" i="0" u="none">
                <a:solidFill>
                  <a:schemeClr val="lt1"/>
                </a:solidFill>
                <a:latin typeface="Century Gothic"/>
                <a:ea typeface="Century Gothic"/>
                <a:cs typeface="Century Gothic"/>
                <a:sym typeface="Century Gothic"/>
              </a:defRPr>
            </a:lvl3pPr>
            <a:lvl4pPr marL="0" marR="0" lvl="3" indent="0" algn="ctr" rtl="0">
              <a:lnSpc>
                <a:spcPct val="100000"/>
              </a:lnSpc>
              <a:spcBef>
                <a:spcPts val="0"/>
              </a:spcBef>
              <a:spcAft>
                <a:spcPts val="0"/>
              </a:spcAft>
              <a:buClr>
                <a:schemeClr val="lt1"/>
              </a:buClr>
              <a:buSzPts val="1400"/>
              <a:buFont typeface="Century Gothic"/>
              <a:buNone/>
              <a:defRPr sz="1400" b="0" i="0" u="none">
                <a:solidFill>
                  <a:schemeClr val="lt1"/>
                </a:solidFill>
                <a:latin typeface="Century Gothic"/>
                <a:ea typeface="Century Gothic"/>
                <a:cs typeface="Century Gothic"/>
                <a:sym typeface="Century Gothic"/>
              </a:defRPr>
            </a:lvl4pPr>
            <a:lvl5pPr marL="0" marR="0" lvl="4" indent="0" algn="ctr" rtl="0">
              <a:lnSpc>
                <a:spcPct val="100000"/>
              </a:lnSpc>
              <a:spcBef>
                <a:spcPts val="0"/>
              </a:spcBef>
              <a:spcAft>
                <a:spcPts val="0"/>
              </a:spcAft>
              <a:buClr>
                <a:schemeClr val="lt1"/>
              </a:buClr>
              <a:buSzPts val="1400"/>
              <a:buFont typeface="Century Gothic"/>
              <a:buNone/>
              <a:defRPr sz="1400" b="0" i="0" u="none">
                <a:solidFill>
                  <a:schemeClr val="lt1"/>
                </a:solidFill>
                <a:latin typeface="Century Gothic"/>
                <a:ea typeface="Century Gothic"/>
                <a:cs typeface="Century Gothic"/>
                <a:sym typeface="Century Gothic"/>
              </a:defRPr>
            </a:lvl5pPr>
            <a:lvl6pPr marL="0" marR="0" lvl="5" indent="0" algn="ctr" rtl="0">
              <a:lnSpc>
                <a:spcPct val="100000"/>
              </a:lnSpc>
              <a:spcBef>
                <a:spcPts val="0"/>
              </a:spcBef>
              <a:spcAft>
                <a:spcPts val="0"/>
              </a:spcAft>
              <a:buClr>
                <a:schemeClr val="lt1"/>
              </a:buClr>
              <a:buSzPts val="1400"/>
              <a:buFont typeface="Century Gothic"/>
              <a:buNone/>
              <a:defRPr sz="1400" b="0" i="0" u="none">
                <a:solidFill>
                  <a:schemeClr val="lt1"/>
                </a:solidFill>
                <a:latin typeface="Century Gothic"/>
                <a:ea typeface="Century Gothic"/>
                <a:cs typeface="Century Gothic"/>
                <a:sym typeface="Century Gothic"/>
              </a:defRPr>
            </a:lvl6pPr>
            <a:lvl7pPr marL="0" marR="0" lvl="6" indent="0" algn="ctr" rtl="0">
              <a:lnSpc>
                <a:spcPct val="100000"/>
              </a:lnSpc>
              <a:spcBef>
                <a:spcPts val="0"/>
              </a:spcBef>
              <a:spcAft>
                <a:spcPts val="0"/>
              </a:spcAft>
              <a:buClr>
                <a:schemeClr val="lt1"/>
              </a:buClr>
              <a:buSzPts val="1400"/>
              <a:buFont typeface="Century Gothic"/>
              <a:buNone/>
              <a:defRPr sz="1400" b="0" i="0" u="none">
                <a:solidFill>
                  <a:schemeClr val="lt1"/>
                </a:solidFill>
                <a:latin typeface="Century Gothic"/>
                <a:ea typeface="Century Gothic"/>
                <a:cs typeface="Century Gothic"/>
                <a:sym typeface="Century Gothic"/>
              </a:defRPr>
            </a:lvl7pPr>
            <a:lvl8pPr marL="0" marR="0" lvl="7" indent="0" algn="ctr" rtl="0">
              <a:lnSpc>
                <a:spcPct val="100000"/>
              </a:lnSpc>
              <a:spcBef>
                <a:spcPts val="0"/>
              </a:spcBef>
              <a:spcAft>
                <a:spcPts val="0"/>
              </a:spcAft>
              <a:buClr>
                <a:schemeClr val="lt1"/>
              </a:buClr>
              <a:buSzPts val="1400"/>
              <a:buFont typeface="Century Gothic"/>
              <a:buNone/>
              <a:defRPr sz="1400" b="0" i="0" u="none">
                <a:solidFill>
                  <a:schemeClr val="lt1"/>
                </a:solidFill>
                <a:latin typeface="Century Gothic"/>
                <a:ea typeface="Century Gothic"/>
                <a:cs typeface="Century Gothic"/>
                <a:sym typeface="Century Gothic"/>
              </a:defRPr>
            </a:lvl8pPr>
            <a:lvl9pPr marL="0" marR="0" lvl="8" indent="0" algn="ctr" rtl="0">
              <a:lnSpc>
                <a:spcPct val="100000"/>
              </a:lnSpc>
              <a:spcBef>
                <a:spcPts val="0"/>
              </a:spcBef>
              <a:spcAft>
                <a:spcPts val="0"/>
              </a:spcAft>
              <a:buClr>
                <a:schemeClr val="lt1"/>
              </a:buClr>
              <a:buSzPts val="1400"/>
              <a:buFont typeface="Century Gothic"/>
              <a:buNone/>
              <a:defRPr sz="1400" b="0" i="0" u="none">
                <a:solidFill>
                  <a:schemeClr val="lt1"/>
                </a:solidFill>
                <a:latin typeface="Century Gothic"/>
                <a:ea typeface="Century Gothic"/>
                <a:cs typeface="Century Gothic"/>
                <a:sym typeface="Century Gothic"/>
              </a:defRPr>
            </a:lvl9pPr>
          </a:lstStyle>
          <a:p>
            <a:pPr marL="0" lvl="0" indent="0" algn="ctr" rtl="0">
              <a:spcBef>
                <a:spcPts val="0"/>
              </a:spcBef>
              <a:spcAft>
                <a:spcPts val="0"/>
              </a:spcAft>
              <a:buNone/>
            </a:pPr>
            <a:fld id="{00000000-1234-1234-1234-123412341234}" type="slidenum">
              <a:rPr lang="en-US"/>
              <a:pPr marL="0" lvl="0" indent="0" algn="ctr" rtl="0">
                <a:spcBef>
                  <a:spcPts val="0"/>
                </a:spcBef>
                <a:spcAft>
                  <a:spcPts val="0"/>
                </a:spcAft>
                <a:buNone/>
              </a:pPr>
              <a:t>‹#›</a:t>
            </a:fld>
            <a:endParaRPr lang="en-US"/>
          </a:p>
        </p:txBody>
      </p:sp>
      <p:sp>
        <p:nvSpPr>
          <p:cNvPr id="30" name="Google Shape;30;p3"/>
          <p:cNvSpPr txBox="1"/>
          <p:nvPr userDrawn="1"/>
        </p:nvSpPr>
        <p:spPr>
          <a:xfrm>
            <a:off x="1346200" y="6299200"/>
            <a:ext cx="5283300" cy="457200"/>
          </a:xfrm>
          <a:prstGeom prst="rect">
            <a:avLst/>
          </a:prstGeom>
          <a:noFill/>
          <a:ln>
            <a:noFill/>
          </a:ln>
        </p:spPr>
        <p:txBody>
          <a:bodyPr wrap="square" lIns="91425" tIns="45700" rIns="91425" bIns="45700" anchor="ctr" anchorCtr="0">
            <a:noAutofit/>
          </a:bodyPr>
          <a:lstStyle>
            <a:lvl1pPr marR="0" lvl="0" algn="l" rtl="0">
              <a:lnSpc>
                <a:spcPct val="100000"/>
              </a:lnSpc>
              <a:spcBef>
                <a:spcPts val="0"/>
              </a:spcBef>
              <a:spcAft>
                <a:spcPts val="0"/>
              </a:spcAft>
              <a:buSzPts val="1400"/>
              <a:buNone/>
              <a:defRPr sz="1400" b="0" i="0" u="none">
                <a:solidFill>
                  <a:schemeClr val="dk2"/>
                </a:solidFill>
                <a:latin typeface="Palatino Linotype"/>
                <a:ea typeface="Palatino Linotype"/>
                <a:cs typeface="Palatino Linotype"/>
                <a:sym typeface="Palatino Linotype"/>
              </a:defRPr>
            </a:lvl1pPr>
            <a:lvl2pPr marR="0" lvl="1" algn="l" rtl="0">
              <a:lnSpc>
                <a:spcPct val="100000"/>
              </a:lnSpc>
              <a:spcBef>
                <a:spcPts val="0"/>
              </a:spcBef>
              <a:spcAft>
                <a:spcPts val="0"/>
              </a:spcAft>
              <a:buSzPts val="1400"/>
              <a:buNone/>
              <a:defRPr sz="1800" b="0" i="0" u="none" strike="noStrike" cap="none">
                <a:solidFill>
                  <a:schemeClr val="dk1"/>
                </a:solidFill>
                <a:latin typeface="Palatino Linotype"/>
                <a:ea typeface="Palatino Linotype"/>
                <a:cs typeface="Palatino Linotype"/>
                <a:sym typeface="Palatino Linotype"/>
              </a:defRPr>
            </a:lvl2pPr>
            <a:lvl3pPr marR="0" lvl="2" algn="l" rtl="0">
              <a:lnSpc>
                <a:spcPct val="100000"/>
              </a:lnSpc>
              <a:spcBef>
                <a:spcPts val="0"/>
              </a:spcBef>
              <a:spcAft>
                <a:spcPts val="0"/>
              </a:spcAft>
              <a:buSzPts val="1400"/>
              <a:buNone/>
              <a:defRPr sz="1800" b="0" i="0" u="none" strike="noStrike" cap="none">
                <a:solidFill>
                  <a:schemeClr val="dk1"/>
                </a:solidFill>
                <a:latin typeface="Palatino Linotype"/>
                <a:ea typeface="Palatino Linotype"/>
                <a:cs typeface="Palatino Linotype"/>
                <a:sym typeface="Palatino Linotype"/>
              </a:defRPr>
            </a:lvl3pPr>
            <a:lvl4pPr marR="0" lvl="3" algn="l" rtl="0">
              <a:lnSpc>
                <a:spcPct val="100000"/>
              </a:lnSpc>
              <a:spcBef>
                <a:spcPts val="0"/>
              </a:spcBef>
              <a:spcAft>
                <a:spcPts val="0"/>
              </a:spcAft>
              <a:buSzPts val="1400"/>
              <a:buNone/>
              <a:defRPr sz="1800" b="0" i="0" u="none" strike="noStrike" cap="none">
                <a:solidFill>
                  <a:schemeClr val="dk1"/>
                </a:solidFill>
                <a:latin typeface="Palatino Linotype"/>
                <a:ea typeface="Palatino Linotype"/>
                <a:cs typeface="Palatino Linotype"/>
                <a:sym typeface="Palatino Linotype"/>
              </a:defRPr>
            </a:lvl4pPr>
            <a:lvl5pPr marR="0" lvl="4" algn="l" rtl="0">
              <a:lnSpc>
                <a:spcPct val="100000"/>
              </a:lnSpc>
              <a:spcBef>
                <a:spcPts val="0"/>
              </a:spcBef>
              <a:spcAft>
                <a:spcPts val="0"/>
              </a:spcAft>
              <a:buSzPts val="1400"/>
              <a:buNone/>
              <a:defRPr sz="1800" b="0" i="0" u="none" strike="noStrike" cap="none">
                <a:solidFill>
                  <a:schemeClr val="dk1"/>
                </a:solidFill>
                <a:latin typeface="Palatino Linotype"/>
                <a:ea typeface="Palatino Linotype"/>
                <a:cs typeface="Palatino Linotype"/>
                <a:sym typeface="Palatino Linotype"/>
              </a:defRPr>
            </a:lvl5pPr>
            <a:lvl6pPr marR="0" lvl="5" algn="l" rtl="0">
              <a:lnSpc>
                <a:spcPct val="100000"/>
              </a:lnSpc>
              <a:spcBef>
                <a:spcPts val="0"/>
              </a:spcBef>
              <a:spcAft>
                <a:spcPts val="0"/>
              </a:spcAft>
              <a:buSzPts val="1400"/>
              <a:buNone/>
              <a:defRPr sz="1800" b="0" i="0" u="none" strike="noStrike" cap="none">
                <a:solidFill>
                  <a:schemeClr val="dk1"/>
                </a:solidFill>
                <a:latin typeface="Palatino Linotype"/>
                <a:ea typeface="Palatino Linotype"/>
                <a:cs typeface="Palatino Linotype"/>
                <a:sym typeface="Palatino Linotype"/>
              </a:defRPr>
            </a:lvl6pPr>
            <a:lvl7pPr marR="0" lvl="6" algn="l" rtl="0">
              <a:lnSpc>
                <a:spcPct val="100000"/>
              </a:lnSpc>
              <a:spcBef>
                <a:spcPts val="0"/>
              </a:spcBef>
              <a:spcAft>
                <a:spcPts val="0"/>
              </a:spcAft>
              <a:buSzPts val="1400"/>
              <a:buNone/>
              <a:defRPr sz="1800" b="0" i="0" u="none" strike="noStrike" cap="none">
                <a:solidFill>
                  <a:schemeClr val="dk1"/>
                </a:solidFill>
                <a:latin typeface="Palatino Linotype"/>
                <a:ea typeface="Palatino Linotype"/>
                <a:cs typeface="Palatino Linotype"/>
                <a:sym typeface="Palatino Linotype"/>
              </a:defRPr>
            </a:lvl7pPr>
            <a:lvl8pPr marR="0" lvl="7" algn="l" rtl="0">
              <a:lnSpc>
                <a:spcPct val="100000"/>
              </a:lnSpc>
              <a:spcBef>
                <a:spcPts val="0"/>
              </a:spcBef>
              <a:spcAft>
                <a:spcPts val="0"/>
              </a:spcAft>
              <a:buSzPts val="1400"/>
              <a:buNone/>
              <a:defRPr sz="1800" b="0" i="0" u="none" strike="noStrike" cap="none">
                <a:solidFill>
                  <a:schemeClr val="dk1"/>
                </a:solidFill>
                <a:latin typeface="Palatino Linotype"/>
                <a:ea typeface="Palatino Linotype"/>
                <a:cs typeface="Palatino Linotype"/>
                <a:sym typeface="Palatino Linotype"/>
              </a:defRPr>
            </a:lvl8pPr>
            <a:lvl9pPr marR="0" lvl="8" algn="l" rtl="0">
              <a:lnSpc>
                <a:spcPct val="100000"/>
              </a:lnSpc>
              <a:spcBef>
                <a:spcPts val="0"/>
              </a:spcBef>
              <a:spcAft>
                <a:spcPts val="0"/>
              </a:spcAft>
              <a:buSzPts val="1400"/>
              <a:buNone/>
              <a:defRPr sz="1800" b="0" i="0" u="none" strike="noStrike" cap="none">
                <a:solidFill>
                  <a:schemeClr val="dk1"/>
                </a:solidFill>
                <a:latin typeface="Palatino Linotype"/>
                <a:ea typeface="Palatino Linotype"/>
                <a:cs typeface="Palatino Linotype"/>
                <a:sym typeface="Palatino Linotype"/>
              </a:defRPr>
            </a:lvl9pPr>
          </a:lstStyle>
          <a:p>
            <a:r>
              <a:rPr lang="en-US"/>
              <a:t>First Review</a:t>
            </a:r>
          </a:p>
        </p:txBody>
      </p:sp>
    </p:spTree>
  </p:cSld>
  <p:clrMapOvr>
    <a:masterClrMapping/>
  </p:clrMapOvr>
  <p:transition spd="med">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103"/>
        <p:cNvGrpSpPr/>
        <p:nvPr/>
      </p:nvGrpSpPr>
      <p:grpSpPr>
        <a:xfrm>
          <a:off x="0" y="0"/>
          <a:ext cx="0" cy="0"/>
          <a:chOff x="0" y="0"/>
          <a:chExt cx="0" cy="0"/>
        </a:xfrm>
      </p:grpSpPr>
      <p:sp>
        <p:nvSpPr>
          <p:cNvPr id="104" name="Google Shape;104;p14"/>
          <p:cNvSpPr txBox="1">
            <a:spLocks noGrp="1"/>
          </p:cNvSpPr>
          <p:nvPr>
            <p:ph type="body" idx="1"/>
          </p:nvPr>
        </p:nvSpPr>
        <p:spPr>
          <a:xfrm>
            <a:off x="3962400" y="1600200"/>
            <a:ext cx="7620000" cy="4495800"/>
          </a:xfrm>
          <a:prstGeom prst="rect">
            <a:avLst/>
          </a:prstGeom>
          <a:noFill/>
          <a:ln>
            <a:noFill/>
          </a:ln>
        </p:spPr>
        <p:txBody>
          <a:bodyPr spcFirstLastPara="1" wrap="square" lIns="91425" tIns="45700" rIns="91425" bIns="45700" anchor="t" anchorCtr="0">
            <a:noAutofit/>
          </a:bodyPr>
          <a:lstStyle>
            <a:lvl1pPr marL="457200" lvl="0" indent="-325755" algn="l" rtl="0">
              <a:spcBef>
                <a:spcPts val="575"/>
              </a:spcBef>
              <a:spcAft>
                <a:spcPts val="0"/>
              </a:spcAft>
              <a:buSzPts val="1530"/>
              <a:buChar char="⚫"/>
              <a:defRPr/>
            </a:lvl1pPr>
            <a:lvl2pPr marL="914400" lvl="1" indent="-325755" algn="l" rtl="0">
              <a:spcBef>
                <a:spcPts val="375"/>
              </a:spcBef>
              <a:spcAft>
                <a:spcPts val="0"/>
              </a:spcAft>
              <a:buSzPts val="1530"/>
              <a:buChar char="⚫"/>
              <a:defRPr/>
            </a:lvl2pPr>
            <a:lvl3pPr marL="1371600" lvl="2" indent="-325755" algn="l" rtl="0">
              <a:spcBef>
                <a:spcPts val="375"/>
              </a:spcBef>
              <a:spcAft>
                <a:spcPts val="0"/>
              </a:spcAft>
              <a:buSzPts val="1530"/>
              <a:buChar char="⚫"/>
              <a:defRPr/>
            </a:lvl3pPr>
            <a:lvl4pPr marL="1828800" lvl="3" indent="-320040" algn="l" rtl="0">
              <a:spcBef>
                <a:spcPts val="375"/>
              </a:spcBef>
              <a:spcAft>
                <a:spcPts val="0"/>
              </a:spcAft>
              <a:buSzPts val="1440"/>
              <a:buChar char="⚫"/>
              <a:defRPr/>
            </a:lvl4pPr>
            <a:lvl5pPr marL="2286000" lvl="4" indent="-342900" algn="l" rtl="0">
              <a:spcBef>
                <a:spcPts val="375"/>
              </a:spcBef>
              <a:spcAft>
                <a:spcPts val="0"/>
              </a:spcAft>
              <a:buSzPts val="1800"/>
              <a:buChar char="•"/>
              <a:defRPr/>
            </a:lvl5pPr>
            <a:lvl6pPr marL="2743200" lvl="5" indent="-342900" algn="l" rtl="0">
              <a:spcBef>
                <a:spcPts val="370"/>
              </a:spcBef>
              <a:spcAft>
                <a:spcPts val="0"/>
              </a:spcAft>
              <a:buSzPts val="1800"/>
              <a:buChar char="•"/>
              <a:defRPr/>
            </a:lvl6pPr>
            <a:lvl7pPr marL="3200400" lvl="6" indent="-342900" algn="l" rtl="0">
              <a:spcBef>
                <a:spcPts val="370"/>
              </a:spcBef>
              <a:spcAft>
                <a:spcPts val="0"/>
              </a:spcAft>
              <a:buSzPts val="1800"/>
              <a:buChar char="•"/>
              <a:defRPr/>
            </a:lvl7pPr>
            <a:lvl8pPr marL="3657600" lvl="7" indent="-342900" algn="l" rtl="0">
              <a:spcBef>
                <a:spcPts val="370"/>
              </a:spcBef>
              <a:spcAft>
                <a:spcPts val="0"/>
              </a:spcAft>
              <a:buSzPts val="1800"/>
              <a:buChar char="•"/>
              <a:defRPr/>
            </a:lvl8pPr>
            <a:lvl9pPr marL="4114800" lvl="8" indent="-342900" algn="l" rtl="0">
              <a:spcBef>
                <a:spcPts val="370"/>
              </a:spcBef>
              <a:spcAft>
                <a:spcPts val="0"/>
              </a:spcAft>
              <a:buSzPts val="1800"/>
              <a:buChar char="•"/>
              <a:defRPr/>
            </a:lvl9pPr>
          </a:lstStyle>
          <a:p>
            <a:endParaRPr/>
          </a:p>
        </p:txBody>
      </p:sp>
      <p:sp>
        <p:nvSpPr>
          <p:cNvPr id="105" name="Google Shape;105;p14"/>
          <p:cNvSpPr txBox="1">
            <a:spLocks noGrp="1"/>
          </p:cNvSpPr>
          <p:nvPr>
            <p:ph type="body" idx="2"/>
          </p:nvPr>
        </p:nvSpPr>
        <p:spPr>
          <a:xfrm>
            <a:off x="1219200" y="1600200"/>
            <a:ext cx="2540100" cy="4495800"/>
          </a:xfrm>
          <a:prstGeom prst="rect">
            <a:avLst/>
          </a:prstGeom>
          <a:noFill/>
          <a:ln>
            <a:noFill/>
          </a:ln>
        </p:spPr>
        <p:txBody>
          <a:bodyPr spcFirstLastPara="1" wrap="square" lIns="91425" tIns="45700" rIns="91425" bIns="45700" anchor="t" anchorCtr="0">
            <a:noAutofit/>
          </a:bodyPr>
          <a:lstStyle>
            <a:lvl1pPr marL="457200" lvl="0" indent="-228600" algn="l" rtl="0">
              <a:spcBef>
                <a:spcPts val="575"/>
              </a:spcBef>
              <a:spcAft>
                <a:spcPts val="0"/>
              </a:spcAft>
              <a:buSzPts val="1530"/>
              <a:buNone/>
              <a:defRPr sz="1800"/>
            </a:lvl1pPr>
            <a:lvl2pPr marL="914400" lvl="1" indent="-228600" algn="l" rtl="0">
              <a:spcBef>
                <a:spcPts val="375"/>
              </a:spcBef>
              <a:spcAft>
                <a:spcPts val="0"/>
              </a:spcAft>
              <a:buSzPts val="1020"/>
              <a:buNone/>
              <a:defRPr sz="1200"/>
            </a:lvl2pPr>
            <a:lvl3pPr marL="1371600" lvl="2" indent="-228600" algn="l" rtl="0">
              <a:spcBef>
                <a:spcPts val="375"/>
              </a:spcBef>
              <a:spcAft>
                <a:spcPts val="0"/>
              </a:spcAft>
              <a:buSzPts val="850"/>
              <a:buNone/>
              <a:defRPr sz="1000"/>
            </a:lvl3pPr>
            <a:lvl4pPr marL="1828800" lvl="3" indent="-228600" algn="l" rtl="0">
              <a:spcBef>
                <a:spcPts val="375"/>
              </a:spcBef>
              <a:spcAft>
                <a:spcPts val="0"/>
              </a:spcAft>
              <a:buSzPts val="720"/>
              <a:buNone/>
              <a:defRPr sz="900"/>
            </a:lvl4pPr>
            <a:lvl5pPr marL="2286000" lvl="4" indent="-228600" algn="l" rtl="0">
              <a:spcBef>
                <a:spcPts val="375"/>
              </a:spcBef>
              <a:spcAft>
                <a:spcPts val="0"/>
              </a:spcAft>
              <a:buSzPts val="900"/>
              <a:buNone/>
              <a:defRPr sz="900"/>
            </a:lvl5pPr>
            <a:lvl6pPr marL="2743200" lvl="5" indent="-342900" algn="l" rtl="0">
              <a:spcBef>
                <a:spcPts val="370"/>
              </a:spcBef>
              <a:spcAft>
                <a:spcPts val="0"/>
              </a:spcAft>
              <a:buSzPts val="1800"/>
              <a:buChar char="•"/>
              <a:defRPr/>
            </a:lvl6pPr>
            <a:lvl7pPr marL="3200400" lvl="6" indent="-342900" algn="l" rtl="0">
              <a:spcBef>
                <a:spcPts val="370"/>
              </a:spcBef>
              <a:spcAft>
                <a:spcPts val="0"/>
              </a:spcAft>
              <a:buSzPts val="1800"/>
              <a:buChar char="•"/>
              <a:defRPr/>
            </a:lvl7pPr>
            <a:lvl8pPr marL="3657600" lvl="7" indent="-342900" algn="l" rtl="0">
              <a:spcBef>
                <a:spcPts val="370"/>
              </a:spcBef>
              <a:spcAft>
                <a:spcPts val="0"/>
              </a:spcAft>
              <a:buSzPts val="1800"/>
              <a:buChar char="•"/>
              <a:defRPr/>
            </a:lvl8pPr>
            <a:lvl9pPr marL="4114800" lvl="8" indent="-342900" algn="l" rtl="0">
              <a:spcBef>
                <a:spcPts val="370"/>
              </a:spcBef>
              <a:spcAft>
                <a:spcPts val="0"/>
              </a:spcAft>
              <a:buSzPts val="1800"/>
              <a:buChar char="•"/>
              <a:defRPr/>
            </a:lvl9pPr>
          </a:lstStyle>
          <a:p>
            <a:endParaRPr/>
          </a:p>
        </p:txBody>
      </p:sp>
      <p:sp>
        <p:nvSpPr>
          <p:cNvPr id="106" name="Google Shape;106;p14"/>
          <p:cNvSpPr txBox="1">
            <a:spLocks noGrp="1"/>
          </p:cNvSpPr>
          <p:nvPr>
            <p:ph type="title"/>
          </p:nvPr>
        </p:nvSpPr>
        <p:spPr>
          <a:xfrm>
            <a:off x="1219200" y="273050"/>
            <a:ext cx="10363200" cy="1143000"/>
          </a:xfrm>
          <a:prstGeom prst="rect">
            <a:avLst/>
          </a:prstGeom>
          <a:noFill/>
          <a:ln>
            <a:noFill/>
          </a:ln>
        </p:spPr>
        <p:txBody>
          <a:bodyPr spcFirstLastPara="1" wrap="square" lIns="91425" tIns="45700" rIns="91425" bIns="91425" anchor="b" anchorCtr="0">
            <a:noAutofit/>
          </a:bodyPr>
          <a:lstStyle>
            <a:lvl1pPr lvl="0" algn="l" rtl="0">
              <a:spcBef>
                <a:spcPts val="0"/>
              </a:spcBef>
              <a:spcAft>
                <a:spcPts val="0"/>
              </a:spcAft>
              <a:buClr>
                <a:schemeClr val="dk2"/>
              </a:buClr>
              <a:buSzPts val="4000"/>
              <a:buFont typeface="Century Gothic"/>
              <a:buNone/>
              <a:defRPr sz="4000" b="0"/>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09" name="Google Shape;109;p14"/>
          <p:cNvSpPr>
            <a:spLocks noGrp="1"/>
          </p:cNvSpPr>
          <p:nvPr>
            <p:ph type="sldNum" idx="12"/>
          </p:nvPr>
        </p:nvSpPr>
        <p:spPr>
          <a:xfrm>
            <a:off x="195262" y="6210300"/>
            <a:ext cx="609600" cy="457200"/>
          </a:xfrm>
          <a:prstGeom prst="ellipse">
            <a:avLst/>
          </a:prstGeom>
          <a:solidFill>
            <a:srgbClr val="0E58C4"/>
          </a:solidFill>
          <a:ln w="9525" cap="flat" cmpd="sng">
            <a:solidFill>
              <a:srgbClr val="0E58C4"/>
            </a:solidFill>
            <a:prstDash val="solid"/>
            <a:miter lim="800000"/>
            <a:headEnd type="none" w="sm" len="sm"/>
            <a:tailEnd type="none" w="sm" len="sm"/>
          </a:ln>
        </p:spPr>
        <p:txBody>
          <a:bodyPr spcFirstLastPara="1" wrap="square" lIns="0" tIns="0" rIns="0" bIns="0" anchor="ctr" anchorCtr="1">
            <a:noAutofit/>
          </a:bodyPr>
          <a:lstStyle>
            <a:lvl1pPr marL="0" marR="0" lvl="0" indent="0" algn="ctr" rtl="0">
              <a:lnSpc>
                <a:spcPct val="100000"/>
              </a:lnSpc>
              <a:spcBef>
                <a:spcPts val="0"/>
              </a:spcBef>
              <a:spcAft>
                <a:spcPts val="0"/>
              </a:spcAft>
              <a:buClr>
                <a:schemeClr val="lt1"/>
              </a:buClr>
              <a:buSzPts val="1400"/>
              <a:buFont typeface="Century Gothic"/>
              <a:buNone/>
              <a:defRPr sz="1400" b="0" i="0" u="none">
                <a:solidFill>
                  <a:schemeClr val="lt1"/>
                </a:solidFill>
                <a:latin typeface="Century Gothic"/>
                <a:ea typeface="Century Gothic"/>
                <a:cs typeface="Century Gothic"/>
                <a:sym typeface="Century Gothic"/>
              </a:defRPr>
            </a:lvl1pPr>
            <a:lvl2pPr marL="0" marR="0" lvl="1" indent="0" algn="ctr" rtl="0">
              <a:lnSpc>
                <a:spcPct val="100000"/>
              </a:lnSpc>
              <a:spcBef>
                <a:spcPts val="0"/>
              </a:spcBef>
              <a:spcAft>
                <a:spcPts val="0"/>
              </a:spcAft>
              <a:buClr>
                <a:schemeClr val="lt1"/>
              </a:buClr>
              <a:buSzPts val="1400"/>
              <a:buFont typeface="Century Gothic"/>
              <a:buNone/>
              <a:defRPr sz="1400" b="0" i="0" u="none">
                <a:solidFill>
                  <a:schemeClr val="lt1"/>
                </a:solidFill>
                <a:latin typeface="Century Gothic"/>
                <a:ea typeface="Century Gothic"/>
                <a:cs typeface="Century Gothic"/>
                <a:sym typeface="Century Gothic"/>
              </a:defRPr>
            </a:lvl2pPr>
            <a:lvl3pPr marL="0" marR="0" lvl="2" indent="0" algn="ctr" rtl="0">
              <a:lnSpc>
                <a:spcPct val="100000"/>
              </a:lnSpc>
              <a:spcBef>
                <a:spcPts val="0"/>
              </a:spcBef>
              <a:spcAft>
                <a:spcPts val="0"/>
              </a:spcAft>
              <a:buClr>
                <a:schemeClr val="lt1"/>
              </a:buClr>
              <a:buSzPts val="1400"/>
              <a:buFont typeface="Century Gothic"/>
              <a:buNone/>
              <a:defRPr sz="1400" b="0" i="0" u="none">
                <a:solidFill>
                  <a:schemeClr val="lt1"/>
                </a:solidFill>
                <a:latin typeface="Century Gothic"/>
                <a:ea typeface="Century Gothic"/>
                <a:cs typeface="Century Gothic"/>
                <a:sym typeface="Century Gothic"/>
              </a:defRPr>
            </a:lvl3pPr>
            <a:lvl4pPr marL="0" marR="0" lvl="3" indent="0" algn="ctr" rtl="0">
              <a:lnSpc>
                <a:spcPct val="100000"/>
              </a:lnSpc>
              <a:spcBef>
                <a:spcPts val="0"/>
              </a:spcBef>
              <a:spcAft>
                <a:spcPts val="0"/>
              </a:spcAft>
              <a:buClr>
                <a:schemeClr val="lt1"/>
              </a:buClr>
              <a:buSzPts val="1400"/>
              <a:buFont typeface="Century Gothic"/>
              <a:buNone/>
              <a:defRPr sz="1400" b="0" i="0" u="none">
                <a:solidFill>
                  <a:schemeClr val="lt1"/>
                </a:solidFill>
                <a:latin typeface="Century Gothic"/>
                <a:ea typeface="Century Gothic"/>
                <a:cs typeface="Century Gothic"/>
                <a:sym typeface="Century Gothic"/>
              </a:defRPr>
            </a:lvl4pPr>
            <a:lvl5pPr marL="0" marR="0" lvl="4" indent="0" algn="ctr" rtl="0">
              <a:lnSpc>
                <a:spcPct val="100000"/>
              </a:lnSpc>
              <a:spcBef>
                <a:spcPts val="0"/>
              </a:spcBef>
              <a:spcAft>
                <a:spcPts val="0"/>
              </a:spcAft>
              <a:buClr>
                <a:schemeClr val="lt1"/>
              </a:buClr>
              <a:buSzPts val="1400"/>
              <a:buFont typeface="Century Gothic"/>
              <a:buNone/>
              <a:defRPr sz="1400" b="0" i="0" u="none">
                <a:solidFill>
                  <a:schemeClr val="lt1"/>
                </a:solidFill>
                <a:latin typeface="Century Gothic"/>
                <a:ea typeface="Century Gothic"/>
                <a:cs typeface="Century Gothic"/>
                <a:sym typeface="Century Gothic"/>
              </a:defRPr>
            </a:lvl5pPr>
            <a:lvl6pPr marL="0" marR="0" lvl="5" indent="0" algn="ctr" rtl="0">
              <a:lnSpc>
                <a:spcPct val="100000"/>
              </a:lnSpc>
              <a:spcBef>
                <a:spcPts val="0"/>
              </a:spcBef>
              <a:spcAft>
                <a:spcPts val="0"/>
              </a:spcAft>
              <a:buClr>
                <a:schemeClr val="lt1"/>
              </a:buClr>
              <a:buSzPts val="1400"/>
              <a:buFont typeface="Century Gothic"/>
              <a:buNone/>
              <a:defRPr sz="1400" b="0" i="0" u="none">
                <a:solidFill>
                  <a:schemeClr val="lt1"/>
                </a:solidFill>
                <a:latin typeface="Century Gothic"/>
                <a:ea typeface="Century Gothic"/>
                <a:cs typeface="Century Gothic"/>
                <a:sym typeface="Century Gothic"/>
              </a:defRPr>
            </a:lvl6pPr>
            <a:lvl7pPr marL="0" marR="0" lvl="6" indent="0" algn="ctr" rtl="0">
              <a:lnSpc>
                <a:spcPct val="100000"/>
              </a:lnSpc>
              <a:spcBef>
                <a:spcPts val="0"/>
              </a:spcBef>
              <a:spcAft>
                <a:spcPts val="0"/>
              </a:spcAft>
              <a:buClr>
                <a:schemeClr val="lt1"/>
              </a:buClr>
              <a:buSzPts val="1400"/>
              <a:buFont typeface="Century Gothic"/>
              <a:buNone/>
              <a:defRPr sz="1400" b="0" i="0" u="none">
                <a:solidFill>
                  <a:schemeClr val="lt1"/>
                </a:solidFill>
                <a:latin typeface="Century Gothic"/>
                <a:ea typeface="Century Gothic"/>
                <a:cs typeface="Century Gothic"/>
                <a:sym typeface="Century Gothic"/>
              </a:defRPr>
            </a:lvl7pPr>
            <a:lvl8pPr marL="0" marR="0" lvl="7" indent="0" algn="ctr" rtl="0">
              <a:lnSpc>
                <a:spcPct val="100000"/>
              </a:lnSpc>
              <a:spcBef>
                <a:spcPts val="0"/>
              </a:spcBef>
              <a:spcAft>
                <a:spcPts val="0"/>
              </a:spcAft>
              <a:buClr>
                <a:schemeClr val="lt1"/>
              </a:buClr>
              <a:buSzPts val="1400"/>
              <a:buFont typeface="Century Gothic"/>
              <a:buNone/>
              <a:defRPr sz="1400" b="0" i="0" u="none">
                <a:solidFill>
                  <a:schemeClr val="lt1"/>
                </a:solidFill>
                <a:latin typeface="Century Gothic"/>
                <a:ea typeface="Century Gothic"/>
                <a:cs typeface="Century Gothic"/>
                <a:sym typeface="Century Gothic"/>
              </a:defRPr>
            </a:lvl8pPr>
            <a:lvl9pPr marL="0" marR="0" lvl="8" indent="0" algn="ctr" rtl="0">
              <a:lnSpc>
                <a:spcPct val="100000"/>
              </a:lnSpc>
              <a:spcBef>
                <a:spcPts val="0"/>
              </a:spcBef>
              <a:spcAft>
                <a:spcPts val="0"/>
              </a:spcAft>
              <a:buClr>
                <a:schemeClr val="lt1"/>
              </a:buClr>
              <a:buSzPts val="1400"/>
              <a:buFont typeface="Century Gothic"/>
              <a:buNone/>
              <a:defRPr sz="1400" b="0" i="0" u="none">
                <a:solidFill>
                  <a:schemeClr val="lt1"/>
                </a:solidFill>
                <a:latin typeface="Century Gothic"/>
                <a:ea typeface="Century Gothic"/>
                <a:cs typeface="Century Gothic"/>
                <a:sym typeface="Century Gothic"/>
              </a:defRPr>
            </a:lvl9pPr>
          </a:lstStyle>
          <a:p>
            <a:pPr marL="0" lvl="0" indent="0" algn="ctr" rtl="0">
              <a:spcBef>
                <a:spcPts val="0"/>
              </a:spcBef>
              <a:spcAft>
                <a:spcPts val="0"/>
              </a:spcAft>
              <a:buNone/>
            </a:pPr>
            <a:fld id="{00000000-1234-1234-1234-123412341234}" type="slidenum">
              <a:rPr lang="en-US"/>
              <a:pPr marL="0" lvl="0" indent="0" algn="ctr" rtl="0">
                <a:spcBef>
                  <a:spcPts val="0"/>
                </a:spcBef>
                <a:spcAft>
                  <a:spcPts val="0"/>
                </a:spcAft>
                <a:buNone/>
              </a:pPr>
              <a:t>‹#›</a:t>
            </a:fld>
            <a:endParaRPr lang="en-US"/>
          </a:p>
        </p:txBody>
      </p:sp>
    </p:spTree>
  </p:cSld>
  <p:clrMapOvr>
    <a:masterClrMapping/>
  </p:clrMapOvr>
  <p:transition spd="med">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120"/>
        <p:cNvGrpSpPr/>
        <p:nvPr/>
      </p:nvGrpSpPr>
      <p:grpSpPr>
        <a:xfrm>
          <a:off x="0" y="0"/>
          <a:ext cx="0" cy="0"/>
          <a:chOff x="0" y="0"/>
          <a:chExt cx="0" cy="0"/>
        </a:xfrm>
      </p:grpSpPr>
      <p:sp>
        <p:nvSpPr>
          <p:cNvPr id="121" name="Google Shape;121;p16"/>
          <p:cNvSpPr>
            <a:spLocks noGrp="1"/>
          </p:cNvSpPr>
          <p:nvPr>
            <p:ph type="pic" idx="2"/>
          </p:nvPr>
        </p:nvSpPr>
        <p:spPr>
          <a:xfrm>
            <a:off x="91078" y="66676"/>
            <a:ext cx="12002400" cy="4581600"/>
          </a:xfrm>
          <a:prstGeom prst="round2SameRect">
            <a:avLst>
              <a:gd name="adj1" fmla="val 7101"/>
              <a:gd name="adj2" fmla="val 0"/>
            </a:avLst>
          </a:prstGeom>
          <a:solidFill>
            <a:schemeClr val="lt2"/>
          </a:solidFill>
          <a:ln w="9525" cap="flat" cmpd="sng">
            <a:solidFill>
              <a:schemeClr val="dk1"/>
            </a:solidFill>
            <a:prstDash val="solid"/>
            <a:round/>
            <a:headEnd type="none" w="sm" len="sm"/>
            <a:tailEnd type="none" w="sm" len="sm"/>
          </a:ln>
        </p:spPr>
      </p:sp>
      <p:sp>
        <p:nvSpPr>
          <p:cNvPr id="122" name="Google Shape;122;p16"/>
          <p:cNvSpPr txBox="1">
            <a:spLocks noGrp="1"/>
          </p:cNvSpPr>
          <p:nvPr>
            <p:ph type="body" idx="1"/>
          </p:nvPr>
        </p:nvSpPr>
        <p:spPr>
          <a:xfrm>
            <a:off x="1219200" y="5445825"/>
            <a:ext cx="9753600" cy="685800"/>
          </a:xfrm>
          <a:prstGeom prst="rect">
            <a:avLst/>
          </a:prstGeom>
          <a:noFill/>
          <a:ln>
            <a:noFill/>
          </a:ln>
        </p:spPr>
        <p:txBody>
          <a:bodyPr spcFirstLastPara="1" wrap="square" lIns="91425" tIns="45700" rIns="91425" bIns="45700" anchor="t" anchorCtr="0">
            <a:noAutofit/>
          </a:bodyPr>
          <a:lstStyle>
            <a:lvl1pPr marL="457200" lvl="0" indent="-228600" algn="l" rtl="0">
              <a:spcBef>
                <a:spcPts val="575"/>
              </a:spcBef>
              <a:spcAft>
                <a:spcPts val="0"/>
              </a:spcAft>
              <a:buSzPts val="1360"/>
              <a:buFont typeface="Palatino Linotype"/>
              <a:buNone/>
              <a:defRPr sz="1600"/>
            </a:lvl1pPr>
            <a:lvl2pPr marL="914400" lvl="1" indent="-293370" algn="l" rtl="0">
              <a:spcBef>
                <a:spcPts val="375"/>
              </a:spcBef>
              <a:spcAft>
                <a:spcPts val="0"/>
              </a:spcAft>
              <a:buSzPts val="1020"/>
              <a:buChar char="⚫"/>
              <a:defRPr sz="1200"/>
            </a:lvl2pPr>
            <a:lvl3pPr marL="1371600" lvl="2" indent="-282575" algn="l" rtl="0">
              <a:spcBef>
                <a:spcPts val="375"/>
              </a:spcBef>
              <a:spcAft>
                <a:spcPts val="0"/>
              </a:spcAft>
              <a:buSzPts val="850"/>
              <a:buChar char="⚫"/>
              <a:defRPr sz="1000"/>
            </a:lvl3pPr>
            <a:lvl4pPr marL="1828800" lvl="3" indent="-274320" algn="l" rtl="0">
              <a:spcBef>
                <a:spcPts val="375"/>
              </a:spcBef>
              <a:spcAft>
                <a:spcPts val="0"/>
              </a:spcAft>
              <a:buSzPts val="720"/>
              <a:buChar char="⚫"/>
              <a:defRPr sz="900"/>
            </a:lvl4pPr>
            <a:lvl5pPr marL="2286000" lvl="4" indent="-285750" algn="l" rtl="0">
              <a:spcBef>
                <a:spcPts val="375"/>
              </a:spcBef>
              <a:spcAft>
                <a:spcPts val="0"/>
              </a:spcAft>
              <a:buSzPts val="900"/>
              <a:buChar char="•"/>
              <a:defRPr sz="900"/>
            </a:lvl5pPr>
            <a:lvl6pPr marL="2743200" lvl="5" indent="-342900" algn="l" rtl="0">
              <a:spcBef>
                <a:spcPts val="370"/>
              </a:spcBef>
              <a:spcAft>
                <a:spcPts val="0"/>
              </a:spcAft>
              <a:buSzPts val="1800"/>
              <a:buChar char="•"/>
              <a:defRPr/>
            </a:lvl6pPr>
            <a:lvl7pPr marL="3200400" lvl="6" indent="-342900" algn="l" rtl="0">
              <a:spcBef>
                <a:spcPts val="370"/>
              </a:spcBef>
              <a:spcAft>
                <a:spcPts val="0"/>
              </a:spcAft>
              <a:buSzPts val="1800"/>
              <a:buChar char="•"/>
              <a:defRPr/>
            </a:lvl7pPr>
            <a:lvl8pPr marL="3657600" lvl="7" indent="-342900" algn="l" rtl="0">
              <a:spcBef>
                <a:spcPts val="370"/>
              </a:spcBef>
              <a:spcAft>
                <a:spcPts val="0"/>
              </a:spcAft>
              <a:buSzPts val="1800"/>
              <a:buChar char="•"/>
              <a:defRPr/>
            </a:lvl8pPr>
            <a:lvl9pPr marL="4114800" lvl="8" indent="-342900" algn="l" rtl="0">
              <a:spcBef>
                <a:spcPts val="370"/>
              </a:spcBef>
              <a:spcAft>
                <a:spcPts val="0"/>
              </a:spcAft>
              <a:buSzPts val="1800"/>
              <a:buChar char="•"/>
              <a:defRPr/>
            </a:lvl9pPr>
          </a:lstStyle>
          <a:p>
            <a:endParaRPr/>
          </a:p>
        </p:txBody>
      </p:sp>
      <p:sp>
        <p:nvSpPr>
          <p:cNvPr id="123" name="Google Shape;123;p16"/>
          <p:cNvSpPr txBox="1">
            <a:spLocks noGrp="1"/>
          </p:cNvSpPr>
          <p:nvPr>
            <p:ph type="title"/>
          </p:nvPr>
        </p:nvSpPr>
        <p:spPr>
          <a:xfrm>
            <a:off x="1219200" y="4900550"/>
            <a:ext cx="9753600" cy="522300"/>
          </a:xfrm>
          <a:prstGeom prst="rect">
            <a:avLst/>
          </a:prstGeom>
          <a:noFill/>
          <a:ln>
            <a:noFill/>
          </a:ln>
        </p:spPr>
        <p:txBody>
          <a:bodyPr spcFirstLastPara="1" wrap="square" lIns="91425" tIns="45700" rIns="91425" bIns="91425" anchor="ctr" anchorCtr="0">
            <a:noAutofit/>
          </a:bodyPr>
          <a:lstStyle>
            <a:lvl1pPr lvl="0" algn="l" rtl="0">
              <a:spcBef>
                <a:spcPts val="0"/>
              </a:spcBef>
              <a:spcAft>
                <a:spcPts val="0"/>
              </a:spcAft>
              <a:buClr>
                <a:schemeClr val="dk2"/>
              </a:buClr>
              <a:buSzPts val="2800"/>
              <a:buFont typeface="Century Gothic"/>
              <a:buNone/>
              <a:defRPr sz="2800" b="0"/>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26" name="Google Shape;126;p16"/>
          <p:cNvSpPr>
            <a:spLocks noGrp="1"/>
          </p:cNvSpPr>
          <p:nvPr>
            <p:ph type="sldNum" idx="12"/>
          </p:nvPr>
        </p:nvSpPr>
        <p:spPr>
          <a:xfrm>
            <a:off x="195262" y="6208712"/>
            <a:ext cx="609600" cy="457200"/>
          </a:xfrm>
          <a:prstGeom prst="ellipse">
            <a:avLst/>
          </a:prstGeom>
          <a:solidFill>
            <a:srgbClr val="0E58C4"/>
          </a:solidFill>
          <a:ln w="9525" cap="flat" cmpd="sng">
            <a:solidFill>
              <a:srgbClr val="0E58C4"/>
            </a:solidFill>
            <a:prstDash val="solid"/>
            <a:miter lim="800000"/>
            <a:headEnd type="none" w="sm" len="sm"/>
            <a:tailEnd type="none" w="sm" len="sm"/>
          </a:ln>
        </p:spPr>
        <p:txBody>
          <a:bodyPr spcFirstLastPara="1" wrap="square" lIns="0" tIns="0" rIns="0" bIns="0" anchor="ctr" anchorCtr="1">
            <a:noAutofit/>
          </a:bodyPr>
          <a:lstStyle>
            <a:lvl1pPr marL="0" marR="0" lvl="0" indent="0" algn="ctr" rtl="0">
              <a:lnSpc>
                <a:spcPct val="100000"/>
              </a:lnSpc>
              <a:spcBef>
                <a:spcPts val="0"/>
              </a:spcBef>
              <a:spcAft>
                <a:spcPts val="0"/>
              </a:spcAft>
              <a:buClr>
                <a:schemeClr val="lt1"/>
              </a:buClr>
              <a:buSzPts val="1400"/>
              <a:buFont typeface="Century Gothic"/>
              <a:buNone/>
              <a:defRPr sz="1400" b="0" i="0" u="none">
                <a:solidFill>
                  <a:schemeClr val="lt1"/>
                </a:solidFill>
                <a:latin typeface="Century Gothic"/>
                <a:ea typeface="Century Gothic"/>
                <a:cs typeface="Century Gothic"/>
                <a:sym typeface="Century Gothic"/>
              </a:defRPr>
            </a:lvl1pPr>
            <a:lvl2pPr marL="0" marR="0" lvl="1" indent="0" algn="ctr" rtl="0">
              <a:lnSpc>
                <a:spcPct val="100000"/>
              </a:lnSpc>
              <a:spcBef>
                <a:spcPts val="0"/>
              </a:spcBef>
              <a:spcAft>
                <a:spcPts val="0"/>
              </a:spcAft>
              <a:buClr>
                <a:schemeClr val="lt1"/>
              </a:buClr>
              <a:buSzPts val="1400"/>
              <a:buFont typeface="Century Gothic"/>
              <a:buNone/>
              <a:defRPr sz="1400" b="0" i="0" u="none">
                <a:solidFill>
                  <a:schemeClr val="lt1"/>
                </a:solidFill>
                <a:latin typeface="Century Gothic"/>
                <a:ea typeface="Century Gothic"/>
                <a:cs typeface="Century Gothic"/>
                <a:sym typeface="Century Gothic"/>
              </a:defRPr>
            </a:lvl2pPr>
            <a:lvl3pPr marL="0" marR="0" lvl="2" indent="0" algn="ctr" rtl="0">
              <a:lnSpc>
                <a:spcPct val="100000"/>
              </a:lnSpc>
              <a:spcBef>
                <a:spcPts val="0"/>
              </a:spcBef>
              <a:spcAft>
                <a:spcPts val="0"/>
              </a:spcAft>
              <a:buClr>
                <a:schemeClr val="lt1"/>
              </a:buClr>
              <a:buSzPts val="1400"/>
              <a:buFont typeface="Century Gothic"/>
              <a:buNone/>
              <a:defRPr sz="1400" b="0" i="0" u="none">
                <a:solidFill>
                  <a:schemeClr val="lt1"/>
                </a:solidFill>
                <a:latin typeface="Century Gothic"/>
                <a:ea typeface="Century Gothic"/>
                <a:cs typeface="Century Gothic"/>
                <a:sym typeface="Century Gothic"/>
              </a:defRPr>
            </a:lvl3pPr>
            <a:lvl4pPr marL="0" marR="0" lvl="3" indent="0" algn="ctr" rtl="0">
              <a:lnSpc>
                <a:spcPct val="100000"/>
              </a:lnSpc>
              <a:spcBef>
                <a:spcPts val="0"/>
              </a:spcBef>
              <a:spcAft>
                <a:spcPts val="0"/>
              </a:spcAft>
              <a:buClr>
                <a:schemeClr val="lt1"/>
              </a:buClr>
              <a:buSzPts val="1400"/>
              <a:buFont typeface="Century Gothic"/>
              <a:buNone/>
              <a:defRPr sz="1400" b="0" i="0" u="none">
                <a:solidFill>
                  <a:schemeClr val="lt1"/>
                </a:solidFill>
                <a:latin typeface="Century Gothic"/>
                <a:ea typeface="Century Gothic"/>
                <a:cs typeface="Century Gothic"/>
                <a:sym typeface="Century Gothic"/>
              </a:defRPr>
            </a:lvl4pPr>
            <a:lvl5pPr marL="0" marR="0" lvl="4" indent="0" algn="ctr" rtl="0">
              <a:lnSpc>
                <a:spcPct val="100000"/>
              </a:lnSpc>
              <a:spcBef>
                <a:spcPts val="0"/>
              </a:spcBef>
              <a:spcAft>
                <a:spcPts val="0"/>
              </a:spcAft>
              <a:buClr>
                <a:schemeClr val="lt1"/>
              </a:buClr>
              <a:buSzPts val="1400"/>
              <a:buFont typeface="Century Gothic"/>
              <a:buNone/>
              <a:defRPr sz="1400" b="0" i="0" u="none">
                <a:solidFill>
                  <a:schemeClr val="lt1"/>
                </a:solidFill>
                <a:latin typeface="Century Gothic"/>
                <a:ea typeface="Century Gothic"/>
                <a:cs typeface="Century Gothic"/>
                <a:sym typeface="Century Gothic"/>
              </a:defRPr>
            </a:lvl5pPr>
            <a:lvl6pPr marL="0" marR="0" lvl="5" indent="0" algn="ctr" rtl="0">
              <a:lnSpc>
                <a:spcPct val="100000"/>
              </a:lnSpc>
              <a:spcBef>
                <a:spcPts val="0"/>
              </a:spcBef>
              <a:spcAft>
                <a:spcPts val="0"/>
              </a:spcAft>
              <a:buClr>
                <a:schemeClr val="lt1"/>
              </a:buClr>
              <a:buSzPts val="1400"/>
              <a:buFont typeface="Century Gothic"/>
              <a:buNone/>
              <a:defRPr sz="1400" b="0" i="0" u="none">
                <a:solidFill>
                  <a:schemeClr val="lt1"/>
                </a:solidFill>
                <a:latin typeface="Century Gothic"/>
                <a:ea typeface="Century Gothic"/>
                <a:cs typeface="Century Gothic"/>
                <a:sym typeface="Century Gothic"/>
              </a:defRPr>
            </a:lvl6pPr>
            <a:lvl7pPr marL="0" marR="0" lvl="6" indent="0" algn="ctr" rtl="0">
              <a:lnSpc>
                <a:spcPct val="100000"/>
              </a:lnSpc>
              <a:spcBef>
                <a:spcPts val="0"/>
              </a:spcBef>
              <a:spcAft>
                <a:spcPts val="0"/>
              </a:spcAft>
              <a:buClr>
                <a:schemeClr val="lt1"/>
              </a:buClr>
              <a:buSzPts val="1400"/>
              <a:buFont typeface="Century Gothic"/>
              <a:buNone/>
              <a:defRPr sz="1400" b="0" i="0" u="none">
                <a:solidFill>
                  <a:schemeClr val="lt1"/>
                </a:solidFill>
                <a:latin typeface="Century Gothic"/>
                <a:ea typeface="Century Gothic"/>
                <a:cs typeface="Century Gothic"/>
                <a:sym typeface="Century Gothic"/>
              </a:defRPr>
            </a:lvl7pPr>
            <a:lvl8pPr marL="0" marR="0" lvl="7" indent="0" algn="ctr" rtl="0">
              <a:lnSpc>
                <a:spcPct val="100000"/>
              </a:lnSpc>
              <a:spcBef>
                <a:spcPts val="0"/>
              </a:spcBef>
              <a:spcAft>
                <a:spcPts val="0"/>
              </a:spcAft>
              <a:buClr>
                <a:schemeClr val="lt1"/>
              </a:buClr>
              <a:buSzPts val="1400"/>
              <a:buFont typeface="Century Gothic"/>
              <a:buNone/>
              <a:defRPr sz="1400" b="0" i="0" u="none">
                <a:solidFill>
                  <a:schemeClr val="lt1"/>
                </a:solidFill>
                <a:latin typeface="Century Gothic"/>
                <a:ea typeface="Century Gothic"/>
                <a:cs typeface="Century Gothic"/>
                <a:sym typeface="Century Gothic"/>
              </a:defRPr>
            </a:lvl8pPr>
            <a:lvl9pPr marL="0" marR="0" lvl="8" indent="0" algn="ctr" rtl="0">
              <a:lnSpc>
                <a:spcPct val="100000"/>
              </a:lnSpc>
              <a:spcBef>
                <a:spcPts val="0"/>
              </a:spcBef>
              <a:spcAft>
                <a:spcPts val="0"/>
              </a:spcAft>
              <a:buClr>
                <a:schemeClr val="lt1"/>
              </a:buClr>
              <a:buSzPts val="1400"/>
              <a:buFont typeface="Century Gothic"/>
              <a:buNone/>
              <a:defRPr sz="1400" b="0" i="0" u="none">
                <a:solidFill>
                  <a:schemeClr val="lt1"/>
                </a:solidFill>
                <a:latin typeface="Century Gothic"/>
                <a:ea typeface="Century Gothic"/>
                <a:cs typeface="Century Gothic"/>
                <a:sym typeface="Century Gothic"/>
              </a:defRPr>
            </a:lvl9pPr>
          </a:lstStyle>
          <a:p>
            <a:pPr marL="0" lvl="0" indent="0" algn="ctr" rtl="0">
              <a:spcBef>
                <a:spcPts val="0"/>
              </a:spcBef>
              <a:spcAft>
                <a:spcPts val="0"/>
              </a:spcAft>
              <a:buNone/>
            </a:pPr>
            <a:fld id="{00000000-1234-1234-1234-123412341234}" type="slidenum">
              <a:rPr lang="en-US"/>
              <a:pPr marL="0" lvl="0" indent="0" algn="ctr" rtl="0">
                <a:spcBef>
                  <a:spcPts val="0"/>
                </a:spcBef>
                <a:spcAft>
                  <a:spcPts val="0"/>
                </a:spcAft>
                <a:buNone/>
              </a:pPr>
              <a:t>‹#›</a:t>
            </a:fld>
            <a:endParaRPr lang="en-US"/>
          </a:p>
        </p:txBody>
      </p:sp>
      <p:sp>
        <p:nvSpPr>
          <p:cNvPr id="30" name="Google Shape;30;p3"/>
          <p:cNvSpPr txBox="1"/>
          <p:nvPr userDrawn="1"/>
        </p:nvSpPr>
        <p:spPr>
          <a:xfrm>
            <a:off x="1346200" y="6299200"/>
            <a:ext cx="5283300" cy="457200"/>
          </a:xfrm>
          <a:prstGeom prst="rect">
            <a:avLst/>
          </a:prstGeom>
          <a:noFill/>
          <a:ln>
            <a:noFill/>
          </a:ln>
        </p:spPr>
        <p:txBody>
          <a:bodyPr wrap="square" lIns="91425" tIns="45700" rIns="91425" bIns="45700" anchor="ctr" anchorCtr="0">
            <a:noAutofit/>
          </a:bodyPr>
          <a:lstStyle>
            <a:lvl1pPr marR="0" lvl="0" algn="l" rtl="0">
              <a:lnSpc>
                <a:spcPct val="100000"/>
              </a:lnSpc>
              <a:spcBef>
                <a:spcPts val="0"/>
              </a:spcBef>
              <a:spcAft>
                <a:spcPts val="0"/>
              </a:spcAft>
              <a:buSzPts val="1400"/>
              <a:buNone/>
              <a:defRPr sz="1400" b="0" i="0" u="none">
                <a:solidFill>
                  <a:schemeClr val="dk2"/>
                </a:solidFill>
                <a:latin typeface="Palatino Linotype"/>
                <a:ea typeface="Palatino Linotype"/>
                <a:cs typeface="Palatino Linotype"/>
                <a:sym typeface="Palatino Linotype"/>
              </a:defRPr>
            </a:lvl1pPr>
            <a:lvl2pPr marR="0" lvl="1" algn="l" rtl="0">
              <a:lnSpc>
                <a:spcPct val="100000"/>
              </a:lnSpc>
              <a:spcBef>
                <a:spcPts val="0"/>
              </a:spcBef>
              <a:spcAft>
                <a:spcPts val="0"/>
              </a:spcAft>
              <a:buSzPts val="1400"/>
              <a:buNone/>
              <a:defRPr sz="1800" b="0" i="0" u="none" strike="noStrike" cap="none">
                <a:solidFill>
                  <a:schemeClr val="dk1"/>
                </a:solidFill>
                <a:latin typeface="Palatino Linotype"/>
                <a:ea typeface="Palatino Linotype"/>
                <a:cs typeface="Palatino Linotype"/>
                <a:sym typeface="Palatino Linotype"/>
              </a:defRPr>
            </a:lvl2pPr>
            <a:lvl3pPr marR="0" lvl="2" algn="l" rtl="0">
              <a:lnSpc>
                <a:spcPct val="100000"/>
              </a:lnSpc>
              <a:spcBef>
                <a:spcPts val="0"/>
              </a:spcBef>
              <a:spcAft>
                <a:spcPts val="0"/>
              </a:spcAft>
              <a:buSzPts val="1400"/>
              <a:buNone/>
              <a:defRPr sz="1800" b="0" i="0" u="none" strike="noStrike" cap="none">
                <a:solidFill>
                  <a:schemeClr val="dk1"/>
                </a:solidFill>
                <a:latin typeface="Palatino Linotype"/>
                <a:ea typeface="Palatino Linotype"/>
                <a:cs typeface="Palatino Linotype"/>
                <a:sym typeface="Palatino Linotype"/>
              </a:defRPr>
            </a:lvl3pPr>
            <a:lvl4pPr marR="0" lvl="3" algn="l" rtl="0">
              <a:lnSpc>
                <a:spcPct val="100000"/>
              </a:lnSpc>
              <a:spcBef>
                <a:spcPts val="0"/>
              </a:spcBef>
              <a:spcAft>
                <a:spcPts val="0"/>
              </a:spcAft>
              <a:buSzPts val="1400"/>
              <a:buNone/>
              <a:defRPr sz="1800" b="0" i="0" u="none" strike="noStrike" cap="none">
                <a:solidFill>
                  <a:schemeClr val="dk1"/>
                </a:solidFill>
                <a:latin typeface="Palatino Linotype"/>
                <a:ea typeface="Palatino Linotype"/>
                <a:cs typeface="Palatino Linotype"/>
                <a:sym typeface="Palatino Linotype"/>
              </a:defRPr>
            </a:lvl4pPr>
            <a:lvl5pPr marR="0" lvl="4" algn="l" rtl="0">
              <a:lnSpc>
                <a:spcPct val="100000"/>
              </a:lnSpc>
              <a:spcBef>
                <a:spcPts val="0"/>
              </a:spcBef>
              <a:spcAft>
                <a:spcPts val="0"/>
              </a:spcAft>
              <a:buSzPts val="1400"/>
              <a:buNone/>
              <a:defRPr sz="1800" b="0" i="0" u="none" strike="noStrike" cap="none">
                <a:solidFill>
                  <a:schemeClr val="dk1"/>
                </a:solidFill>
                <a:latin typeface="Palatino Linotype"/>
                <a:ea typeface="Palatino Linotype"/>
                <a:cs typeface="Palatino Linotype"/>
                <a:sym typeface="Palatino Linotype"/>
              </a:defRPr>
            </a:lvl5pPr>
            <a:lvl6pPr marR="0" lvl="5" algn="l" rtl="0">
              <a:lnSpc>
                <a:spcPct val="100000"/>
              </a:lnSpc>
              <a:spcBef>
                <a:spcPts val="0"/>
              </a:spcBef>
              <a:spcAft>
                <a:spcPts val="0"/>
              </a:spcAft>
              <a:buSzPts val="1400"/>
              <a:buNone/>
              <a:defRPr sz="1800" b="0" i="0" u="none" strike="noStrike" cap="none">
                <a:solidFill>
                  <a:schemeClr val="dk1"/>
                </a:solidFill>
                <a:latin typeface="Palatino Linotype"/>
                <a:ea typeface="Palatino Linotype"/>
                <a:cs typeface="Palatino Linotype"/>
                <a:sym typeface="Palatino Linotype"/>
              </a:defRPr>
            </a:lvl6pPr>
            <a:lvl7pPr marR="0" lvl="6" algn="l" rtl="0">
              <a:lnSpc>
                <a:spcPct val="100000"/>
              </a:lnSpc>
              <a:spcBef>
                <a:spcPts val="0"/>
              </a:spcBef>
              <a:spcAft>
                <a:spcPts val="0"/>
              </a:spcAft>
              <a:buSzPts val="1400"/>
              <a:buNone/>
              <a:defRPr sz="1800" b="0" i="0" u="none" strike="noStrike" cap="none">
                <a:solidFill>
                  <a:schemeClr val="dk1"/>
                </a:solidFill>
                <a:latin typeface="Palatino Linotype"/>
                <a:ea typeface="Palatino Linotype"/>
                <a:cs typeface="Palatino Linotype"/>
                <a:sym typeface="Palatino Linotype"/>
              </a:defRPr>
            </a:lvl7pPr>
            <a:lvl8pPr marR="0" lvl="7" algn="l" rtl="0">
              <a:lnSpc>
                <a:spcPct val="100000"/>
              </a:lnSpc>
              <a:spcBef>
                <a:spcPts val="0"/>
              </a:spcBef>
              <a:spcAft>
                <a:spcPts val="0"/>
              </a:spcAft>
              <a:buSzPts val="1400"/>
              <a:buNone/>
              <a:defRPr sz="1800" b="0" i="0" u="none" strike="noStrike" cap="none">
                <a:solidFill>
                  <a:schemeClr val="dk1"/>
                </a:solidFill>
                <a:latin typeface="Palatino Linotype"/>
                <a:ea typeface="Palatino Linotype"/>
                <a:cs typeface="Palatino Linotype"/>
                <a:sym typeface="Palatino Linotype"/>
              </a:defRPr>
            </a:lvl8pPr>
            <a:lvl9pPr marR="0" lvl="8" algn="l" rtl="0">
              <a:lnSpc>
                <a:spcPct val="100000"/>
              </a:lnSpc>
              <a:spcBef>
                <a:spcPts val="0"/>
              </a:spcBef>
              <a:spcAft>
                <a:spcPts val="0"/>
              </a:spcAft>
              <a:buSzPts val="1400"/>
              <a:buNone/>
              <a:defRPr sz="1800" b="0" i="0" u="none" strike="noStrike" cap="none">
                <a:solidFill>
                  <a:schemeClr val="dk1"/>
                </a:solidFill>
                <a:latin typeface="Palatino Linotype"/>
                <a:ea typeface="Palatino Linotype"/>
                <a:cs typeface="Palatino Linotype"/>
                <a:sym typeface="Palatino Linotype"/>
              </a:defRPr>
            </a:lvl9pPr>
          </a:lstStyle>
          <a:p>
            <a:r>
              <a:rPr lang="en-US"/>
              <a:t>First Review</a:t>
            </a:r>
          </a:p>
        </p:txBody>
      </p:sp>
    </p:spTree>
  </p:cSld>
  <p:clrMapOvr>
    <a:masterClrMapping/>
  </p:clrMapOvr>
  <p:transition spd="med">
    <p:fade/>
  </p:transition>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theme" Target="../theme/theme2.xml"/><Relationship Id="rId3" Type="http://schemas.openxmlformats.org/officeDocument/2006/relationships/slideLayout" Target="../slideLayouts/slideLayout4.xml"/><Relationship Id="rId7" Type="http://schemas.openxmlformats.org/officeDocument/2006/relationships/slideLayout" Target="../slideLayouts/slideLayout8.xml"/><Relationship Id="rId2" Type="http://schemas.openxmlformats.org/officeDocument/2006/relationships/slideLayout" Target="../slideLayouts/slideLayout3.xml"/><Relationship Id="rId1" Type="http://schemas.openxmlformats.org/officeDocument/2006/relationships/slideLayout" Target="../slideLayouts/slideLayout2.xml"/><Relationship Id="rId6" Type="http://schemas.openxmlformats.org/officeDocument/2006/relationships/slideLayout" Target="../slideLayouts/slideLayout7.xml"/><Relationship Id="rId5" Type="http://schemas.openxmlformats.org/officeDocument/2006/relationships/slideLayout" Target="../slideLayouts/slideLayout6.xml"/><Relationship Id="rId4" Type="http://schemas.openxmlformats.org/officeDocument/2006/relationships/slideLayout" Target="../slideLayouts/slideLayout5.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9.xml"/></Relationships>
</file>

<file path=ppt/slideMasters/_rels/slideMaster4.xml.rels><?xml version="1.0" encoding="UTF-8" standalone="yes"?>
<Relationships xmlns="http://schemas.openxmlformats.org/package/2006/relationships"><Relationship Id="rId2" Type="http://schemas.openxmlformats.org/officeDocument/2006/relationships/theme" Target="../theme/theme4.xml"/><Relationship Id="rId1" Type="http://schemas.openxmlformats.org/officeDocument/2006/relationships/slideLayout" Target="../slideLayouts/slideLayout10.xml"/></Relationships>
</file>

<file path=ppt/slideMasters/_rels/slideMaster5.xml.rels><?xml version="1.0" encoding="UTF-8" standalone="yes"?>
<Relationships xmlns="http://schemas.openxmlformats.org/package/2006/relationships"><Relationship Id="rId2" Type="http://schemas.openxmlformats.org/officeDocument/2006/relationships/theme" Target="../theme/theme5.xml"/><Relationship Id="rId1" Type="http://schemas.openxmlformats.org/officeDocument/2006/relationships/slideLayout" Target="../slideLayouts/slideLayout1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Shape 9"/>
        <p:cNvGrpSpPr/>
        <p:nvPr/>
      </p:nvGrpSpPr>
      <p:grpSpPr>
        <a:xfrm>
          <a:off x="0" y="0"/>
          <a:ext cx="0" cy="0"/>
          <a:chOff x="0" y="0"/>
          <a:chExt cx="0" cy="0"/>
        </a:xfrm>
      </p:grpSpPr>
      <p:sp>
        <p:nvSpPr>
          <p:cNvPr id="10" name="Google Shape;10;p1"/>
          <p:cNvSpPr/>
          <p:nvPr/>
        </p:nvSpPr>
        <p:spPr>
          <a:xfrm>
            <a:off x="87312" y="69850"/>
            <a:ext cx="12017400" cy="6693000"/>
          </a:xfrm>
          <a:prstGeom prst="roundRect">
            <a:avLst>
              <a:gd name="adj" fmla="val 1065"/>
            </a:avLst>
          </a:prstGeom>
          <a:blipFill rotWithShape="1">
            <a:blip r:embed="rId3"/>
            <a:stretch>
              <a:fillRect/>
            </a:stretch>
          </a:blipFill>
          <a:ln w="9525" cap="sq"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Palatino Linotype"/>
              <a:ea typeface="Palatino Linotype"/>
              <a:cs typeface="Palatino Linotype"/>
              <a:sym typeface="Palatino Linotype"/>
            </a:endParaRPr>
          </a:p>
        </p:txBody>
      </p:sp>
      <p:sp>
        <p:nvSpPr>
          <p:cNvPr id="11" name="Google Shape;11;p1"/>
          <p:cNvSpPr txBox="1"/>
          <p:nvPr/>
        </p:nvSpPr>
        <p:spPr>
          <a:xfrm>
            <a:off x="0" y="0"/>
            <a:ext cx="12192000" cy="68580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Palatino Linotype"/>
              <a:ea typeface="Palatino Linotype"/>
              <a:cs typeface="Palatino Linotype"/>
              <a:sym typeface="Palatino Linotype"/>
            </a:endParaRPr>
          </a:p>
        </p:txBody>
      </p:sp>
      <p:sp>
        <p:nvSpPr>
          <p:cNvPr id="12" name="Google Shape;12;p1"/>
          <p:cNvSpPr/>
          <p:nvPr/>
        </p:nvSpPr>
        <p:spPr>
          <a:xfrm>
            <a:off x="87312" y="69850"/>
            <a:ext cx="12017400" cy="6693000"/>
          </a:xfrm>
          <a:prstGeom prst="roundRect">
            <a:avLst>
              <a:gd name="adj" fmla="val 1065"/>
            </a:avLst>
          </a:prstGeom>
          <a:blipFill rotWithShape="1">
            <a:blip r:embed="rId3"/>
            <a:stretch>
              <a:fillRect/>
            </a:stretch>
          </a:blipFill>
          <a:ln w="9525" cap="sq"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Palatino Linotype"/>
              <a:ea typeface="Palatino Linotype"/>
              <a:cs typeface="Palatino Linotype"/>
              <a:sym typeface="Palatino Linotype"/>
            </a:endParaRPr>
          </a:p>
        </p:txBody>
      </p:sp>
      <p:sp>
        <p:nvSpPr>
          <p:cNvPr id="13" name="Google Shape;13;p1"/>
          <p:cNvSpPr txBox="1"/>
          <p:nvPr/>
        </p:nvSpPr>
        <p:spPr>
          <a:xfrm>
            <a:off x="84137" y="1449387"/>
            <a:ext cx="12028500" cy="1527300"/>
          </a:xfrm>
          <a:prstGeom prst="rect">
            <a:avLst/>
          </a:prstGeom>
          <a:solidFill>
            <a:srgbClr val="0E58C4"/>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Palatino Linotype"/>
              <a:ea typeface="Palatino Linotype"/>
              <a:cs typeface="Palatino Linotype"/>
              <a:sym typeface="Palatino Linotype"/>
            </a:endParaRPr>
          </a:p>
        </p:txBody>
      </p:sp>
      <p:sp>
        <p:nvSpPr>
          <p:cNvPr id="14" name="Google Shape;14;p1"/>
          <p:cNvSpPr txBox="1"/>
          <p:nvPr/>
        </p:nvSpPr>
        <p:spPr>
          <a:xfrm>
            <a:off x="84137" y="1397000"/>
            <a:ext cx="12028500" cy="120600"/>
          </a:xfrm>
          <a:prstGeom prst="rect">
            <a:avLst/>
          </a:prstGeom>
          <a:solidFill>
            <a:srgbClr val="4A8EF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Palatino Linotype"/>
              <a:ea typeface="Palatino Linotype"/>
              <a:cs typeface="Palatino Linotype"/>
              <a:sym typeface="Palatino Linotype"/>
            </a:endParaRPr>
          </a:p>
        </p:txBody>
      </p:sp>
      <p:sp>
        <p:nvSpPr>
          <p:cNvPr id="15" name="Google Shape;15;p1"/>
          <p:cNvSpPr txBox="1"/>
          <p:nvPr/>
        </p:nvSpPr>
        <p:spPr>
          <a:xfrm>
            <a:off x="84137" y="2976562"/>
            <a:ext cx="12028500" cy="111000"/>
          </a:xfrm>
          <a:prstGeom prst="rect">
            <a:avLst/>
          </a:prstGeom>
          <a:solidFill>
            <a:schemeClr val="l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Palatino Linotype"/>
              <a:ea typeface="Palatino Linotype"/>
              <a:cs typeface="Palatino Linotype"/>
              <a:sym typeface="Palatino Linotype"/>
            </a:endParaRPr>
          </a:p>
        </p:txBody>
      </p:sp>
      <p:sp>
        <p:nvSpPr>
          <p:cNvPr id="16" name="Google Shape;16;p1"/>
          <p:cNvSpPr txBox="1">
            <a:spLocks noGrp="1"/>
          </p:cNvSpPr>
          <p:nvPr>
            <p:ph type="body" idx="1"/>
          </p:nvPr>
        </p:nvSpPr>
        <p:spPr>
          <a:xfrm>
            <a:off x="1219200" y="1447800"/>
            <a:ext cx="10363200" cy="4572000"/>
          </a:xfrm>
          <a:prstGeom prst="rect">
            <a:avLst/>
          </a:prstGeom>
          <a:noFill/>
          <a:ln>
            <a:noFill/>
          </a:ln>
        </p:spPr>
        <p:txBody>
          <a:bodyPr spcFirstLastPara="1" wrap="square" lIns="91425" tIns="45700" rIns="91425" bIns="45700" anchor="t" anchorCtr="0">
            <a:noAutofit/>
          </a:bodyPr>
          <a:lstStyle>
            <a:lvl1pPr marL="457200" marR="0" lvl="0" indent="-368935" algn="l" rtl="0">
              <a:spcBef>
                <a:spcPts val="575"/>
              </a:spcBef>
              <a:spcAft>
                <a:spcPts val="0"/>
              </a:spcAft>
              <a:buClr>
                <a:schemeClr val="accent1"/>
              </a:buClr>
              <a:buSzPts val="2210"/>
              <a:buFont typeface="Noto Sans Symbols"/>
              <a:buChar char="⚫"/>
              <a:defRPr sz="2600" b="0" i="0" u="none" strike="noStrike" cap="none">
                <a:solidFill>
                  <a:schemeClr val="dk1"/>
                </a:solidFill>
                <a:latin typeface="Palatino Linotype"/>
                <a:ea typeface="Palatino Linotype"/>
                <a:cs typeface="Palatino Linotype"/>
                <a:sym typeface="Palatino Linotype"/>
              </a:defRPr>
            </a:lvl1pPr>
            <a:lvl2pPr marL="914400" marR="0" lvl="1" indent="-358140" algn="l" rtl="0">
              <a:spcBef>
                <a:spcPts val="375"/>
              </a:spcBef>
              <a:spcAft>
                <a:spcPts val="0"/>
              </a:spcAft>
              <a:buClr>
                <a:schemeClr val="accent2"/>
              </a:buClr>
              <a:buSzPts val="2040"/>
              <a:buFont typeface="Noto Sans Symbols"/>
              <a:buChar char="⚫"/>
              <a:defRPr sz="2400" b="0" i="0" u="none" strike="noStrike" cap="none">
                <a:solidFill>
                  <a:schemeClr val="dk1"/>
                </a:solidFill>
                <a:latin typeface="Palatino Linotype"/>
                <a:ea typeface="Palatino Linotype"/>
                <a:cs typeface="Palatino Linotype"/>
                <a:sym typeface="Palatino Linotype"/>
              </a:defRPr>
            </a:lvl2pPr>
            <a:lvl3pPr marL="1371600" marR="0" lvl="2" indent="-336550" algn="l" rtl="0">
              <a:spcBef>
                <a:spcPts val="375"/>
              </a:spcBef>
              <a:spcAft>
                <a:spcPts val="0"/>
              </a:spcAft>
              <a:buClr>
                <a:srgbClr val="B1B8D2"/>
              </a:buClr>
              <a:buSzPts val="1700"/>
              <a:buFont typeface="Noto Sans Symbols"/>
              <a:buChar char="⚫"/>
              <a:defRPr sz="2000" b="0" i="0" u="none" strike="noStrike" cap="none">
                <a:solidFill>
                  <a:schemeClr val="dk1"/>
                </a:solidFill>
                <a:latin typeface="Palatino Linotype"/>
                <a:ea typeface="Palatino Linotype"/>
                <a:cs typeface="Palatino Linotype"/>
                <a:sym typeface="Palatino Linotype"/>
              </a:defRPr>
            </a:lvl3pPr>
            <a:lvl4pPr marL="1828800" marR="0" lvl="3" indent="-330200" algn="l" rtl="0">
              <a:spcBef>
                <a:spcPts val="375"/>
              </a:spcBef>
              <a:spcAft>
                <a:spcPts val="0"/>
              </a:spcAft>
              <a:buClr>
                <a:srgbClr val="297FD5"/>
              </a:buClr>
              <a:buSzPts val="1600"/>
              <a:buFont typeface="Noto Sans Symbols"/>
              <a:buChar char="⚫"/>
              <a:defRPr sz="2000" b="0" i="0" u="none" strike="noStrike" cap="none">
                <a:solidFill>
                  <a:schemeClr val="dk1"/>
                </a:solidFill>
                <a:latin typeface="Palatino Linotype"/>
                <a:ea typeface="Palatino Linotype"/>
                <a:cs typeface="Palatino Linotype"/>
                <a:sym typeface="Palatino Linotype"/>
              </a:defRPr>
            </a:lvl4pPr>
            <a:lvl5pPr marL="2286000" marR="0" lvl="4" indent="-355600" algn="l" rtl="0">
              <a:spcBef>
                <a:spcPts val="375"/>
              </a:spcBef>
              <a:spcAft>
                <a:spcPts val="0"/>
              </a:spcAft>
              <a:buClr>
                <a:srgbClr val="297FD5"/>
              </a:buClr>
              <a:buSzPts val="2000"/>
              <a:buFont typeface="Arial" panose="020B0604020202090204"/>
              <a:buChar char="•"/>
              <a:defRPr sz="2000" b="0" i="0" u="none" strike="noStrike" cap="none">
                <a:solidFill>
                  <a:schemeClr val="dk1"/>
                </a:solidFill>
                <a:latin typeface="Palatino Linotype"/>
                <a:ea typeface="Palatino Linotype"/>
                <a:cs typeface="Palatino Linotype"/>
                <a:sym typeface="Palatino Linotype"/>
              </a:defRPr>
            </a:lvl5pPr>
            <a:lvl6pPr marL="2743200" marR="0" lvl="5" indent="-342900" algn="l" rtl="0">
              <a:spcBef>
                <a:spcPts val="370"/>
              </a:spcBef>
              <a:spcAft>
                <a:spcPts val="0"/>
              </a:spcAft>
              <a:buClr>
                <a:schemeClr val="accent3"/>
              </a:buClr>
              <a:buSzPts val="1800"/>
              <a:buFont typeface="Palatino Linotype"/>
              <a:buChar char="•"/>
              <a:defRPr sz="1800" b="0" i="0" u="none" strike="noStrike" cap="none">
                <a:solidFill>
                  <a:schemeClr val="dk1"/>
                </a:solidFill>
                <a:latin typeface="Palatino Linotype"/>
                <a:ea typeface="Palatino Linotype"/>
                <a:cs typeface="Palatino Linotype"/>
                <a:sym typeface="Palatino Linotype"/>
              </a:defRPr>
            </a:lvl6pPr>
            <a:lvl7pPr marL="3200400" marR="0" lvl="6" indent="-342900" algn="l" rtl="0">
              <a:spcBef>
                <a:spcPts val="370"/>
              </a:spcBef>
              <a:spcAft>
                <a:spcPts val="0"/>
              </a:spcAft>
              <a:buClr>
                <a:schemeClr val="accent2"/>
              </a:buClr>
              <a:buSzPts val="1800"/>
              <a:buFont typeface="Palatino Linotype"/>
              <a:buChar char="•"/>
              <a:defRPr sz="1800" b="0" i="0" u="none" strike="noStrike" cap="none">
                <a:solidFill>
                  <a:schemeClr val="dk1"/>
                </a:solidFill>
                <a:latin typeface="Palatino Linotype"/>
                <a:ea typeface="Palatino Linotype"/>
                <a:cs typeface="Palatino Linotype"/>
                <a:sym typeface="Palatino Linotype"/>
              </a:defRPr>
            </a:lvl7pPr>
            <a:lvl8pPr marL="3657600" marR="0" lvl="7" indent="-342900" algn="l" rtl="0">
              <a:spcBef>
                <a:spcPts val="370"/>
              </a:spcBef>
              <a:spcAft>
                <a:spcPts val="0"/>
              </a:spcAft>
              <a:buClr>
                <a:srgbClr val="AFB7D2"/>
              </a:buClr>
              <a:buSzPts val="1800"/>
              <a:buFont typeface="Palatino Linotype"/>
              <a:buChar char="•"/>
              <a:defRPr sz="1800" b="0" i="0" u="none" strike="noStrike" cap="none">
                <a:solidFill>
                  <a:schemeClr val="dk1"/>
                </a:solidFill>
                <a:latin typeface="Palatino Linotype"/>
                <a:ea typeface="Palatino Linotype"/>
                <a:cs typeface="Palatino Linotype"/>
                <a:sym typeface="Palatino Linotype"/>
              </a:defRPr>
            </a:lvl8pPr>
            <a:lvl9pPr marL="4114800" marR="0" lvl="8" indent="-342900" algn="l" rtl="0">
              <a:spcBef>
                <a:spcPts val="370"/>
              </a:spcBef>
              <a:spcAft>
                <a:spcPts val="0"/>
              </a:spcAft>
              <a:buClr>
                <a:srgbClr val="B5CBE5"/>
              </a:buClr>
              <a:buSzPts val="1800"/>
              <a:buFont typeface="Palatino Linotype"/>
              <a:buChar char="•"/>
              <a:defRPr sz="1800" b="0" i="0" u="none" strike="noStrike" cap="none">
                <a:solidFill>
                  <a:schemeClr val="dk1"/>
                </a:solidFill>
                <a:latin typeface="Palatino Linotype"/>
                <a:ea typeface="Palatino Linotype"/>
                <a:cs typeface="Palatino Linotype"/>
                <a:sym typeface="Palatino Linotype"/>
              </a:defRPr>
            </a:lvl9pPr>
          </a:lstStyle>
          <a:p>
            <a:endParaRPr/>
          </a:p>
        </p:txBody>
      </p:sp>
      <p:sp>
        <p:nvSpPr>
          <p:cNvPr id="17" name="Google Shape;17;p1"/>
          <p:cNvSpPr txBox="1">
            <a:spLocks noGrp="1"/>
          </p:cNvSpPr>
          <p:nvPr>
            <p:ph type="title"/>
          </p:nvPr>
        </p:nvSpPr>
        <p:spPr>
          <a:xfrm>
            <a:off x="1219200" y="274637"/>
            <a:ext cx="10363200" cy="1143000"/>
          </a:xfrm>
          <a:prstGeom prst="rect">
            <a:avLst/>
          </a:prstGeom>
          <a:noFill/>
          <a:ln>
            <a:noFill/>
          </a:ln>
        </p:spPr>
        <p:txBody>
          <a:bodyPr spcFirstLastPara="1" wrap="square" lIns="91425" tIns="45700" rIns="91425" bIns="91425" anchor="b" anchorCtr="0">
            <a:noAutofit/>
          </a:bodyPr>
          <a:lstStyle>
            <a:lvl1pPr marR="0" lvl="0" algn="l" rtl="0">
              <a:spcBef>
                <a:spcPts val="0"/>
              </a:spcBef>
              <a:spcAft>
                <a:spcPts val="0"/>
              </a:spcAft>
              <a:buSzPts val="1400"/>
              <a:buNone/>
              <a:defRPr sz="4000" b="0" i="0" u="none" strike="noStrike" cap="none">
                <a:solidFill>
                  <a:schemeClr val="dk2"/>
                </a:solidFill>
                <a:latin typeface="Century Gothic"/>
                <a:ea typeface="Century Gothic"/>
                <a:cs typeface="Century Gothic"/>
                <a:sym typeface="Century Gothic"/>
              </a:defRPr>
            </a:lvl1pPr>
            <a:lvl2pPr marR="0" lvl="1" algn="l" rtl="0">
              <a:spcBef>
                <a:spcPts val="0"/>
              </a:spcBef>
              <a:spcAft>
                <a:spcPts val="0"/>
              </a:spcAft>
              <a:buSzPts val="1400"/>
              <a:buNone/>
              <a:defRPr sz="4000" b="0" i="0" u="none" strike="noStrike" cap="none">
                <a:solidFill>
                  <a:schemeClr val="dk2"/>
                </a:solidFill>
                <a:latin typeface="Century Gothic"/>
                <a:ea typeface="Century Gothic"/>
                <a:cs typeface="Century Gothic"/>
                <a:sym typeface="Century Gothic"/>
              </a:defRPr>
            </a:lvl2pPr>
            <a:lvl3pPr marR="0" lvl="2" algn="l" rtl="0">
              <a:spcBef>
                <a:spcPts val="0"/>
              </a:spcBef>
              <a:spcAft>
                <a:spcPts val="0"/>
              </a:spcAft>
              <a:buSzPts val="1400"/>
              <a:buNone/>
              <a:defRPr sz="4000" b="0" i="0" u="none" strike="noStrike" cap="none">
                <a:solidFill>
                  <a:schemeClr val="dk2"/>
                </a:solidFill>
                <a:latin typeface="Century Gothic"/>
                <a:ea typeface="Century Gothic"/>
                <a:cs typeface="Century Gothic"/>
                <a:sym typeface="Century Gothic"/>
              </a:defRPr>
            </a:lvl3pPr>
            <a:lvl4pPr marR="0" lvl="3" algn="l" rtl="0">
              <a:spcBef>
                <a:spcPts val="0"/>
              </a:spcBef>
              <a:spcAft>
                <a:spcPts val="0"/>
              </a:spcAft>
              <a:buSzPts val="1400"/>
              <a:buNone/>
              <a:defRPr sz="4000" b="0" i="0" u="none" strike="noStrike" cap="none">
                <a:solidFill>
                  <a:schemeClr val="dk2"/>
                </a:solidFill>
                <a:latin typeface="Century Gothic"/>
                <a:ea typeface="Century Gothic"/>
                <a:cs typeface="Century Gothic"/>
                <a:sym typeface="Century Gothic"/>
              </a:defRPr>
            </a:lvl4pPr>
            <a:lvl5pPr marR="0" lvl="4" algn="l" rtl="0">
              <a:spcBef>
                <a:spcPts val="0"/>
              </a:spcBef>
              <a:spcAft>
                <a:spcPts val="0"/>
              </a:spcAft>
              <a:buSzPts val="1400"/>
              <a:buNone/>
              <a:defRPr sz="4000" b="0" i="0" u="none" strike="noStrike" cap="none">
                <a:solidFill>
                  <a:schemeClr val="dk2"/>
                </a:solidFill>
                <a:latin typeface="Century Gothic"/>
                <a:ea typeface="Century Gothic"/>
                <a:cs typeface="Century Gothic"/>
                <a:sym typeface="Century Gothic"/>
              </a:defRPr>
            </a:lvl5pPr>
            <a:lvl6pPr marR="0" lvl="5" algn="l" rtl="0">
              <a:spcBef>
                <a:spcPts val="0"/>
              </a:spcBef>
              <a:spcAft>
                <a:spcPts val="0"/>
              </a:spcAft>
              <a:buSzPts val="1400"/>
              <a:buNone/>
              <a:defRPr sz="4000" b="0" i="0" u="none" strike="noStrike" cap="none">
                <a:solidFill>
                  <a:schemeClr val="dk2"/>
                </a:solidFill>
                <a:latin typeface="Century Gothic"/>
                <a:ea typeface="Century Gothic"/>
                <a:cs typeface="Century Gothic"/>
                <a:sym typeface="Century Gothic"/>
              </a:defRPr>
            </a:lvl6pPr>
            <a:lvl7pPr marR="0" lvl="6" algn="l" rtl="0">
              <a:spcBef>
                <a:spcPts val="0"/>
              </a:spcBef>
              <a:spcAft>
                <a:spcPts val="0"/>
              </a:spcAft>
              <a:buSzPts val="1400"/>
              <a:buNone/>
              <a:defRPr sz="4000" b="0" i="0" u="none" strike="noStrike" cap="none">
                <a:solidFill>
                  <a:schemeClr val="dk2"/>
                </a:solidFill>
                <a:latin typeface="Century Gothic"/>
                <a:ea typeface="Century Gothic"/>
                <a:cs typeface="Century Gothic"/>
                <a:sym typeface="Century Gothic"/>
              </a:defRPr>
            </a:lvl7pPr>
            <a:lvl8pPr marR="0" lvl="7" algn="l" rtl="0">
              <a:spcBef>
                <a:spcPts val="0"/>
              </a:spcBef>
              <a:spcAft>
                <a:spcPts val="0"/>
              </a:spcAft>
              <a:buSzPts val="1400"/>
              <a:buNone/>
              <a:defRPr sz="4000" b="0" i="0" u="none" strike="noStrike" cap="none">
                <a:solidFill>
                  <a:schemeClr val="dk2"/>
                </a:solidFill>
                <a:latin typeface="Century Gothic"/>
                <a:ea typeface="Century Gothic"/>
                <a:cs typeface="Century Gothic"/>
                <a:sym typeface="Century Gothic"/>
              </a:defRPr>
            </a:lvl8pPr>
            <a:lvl9pPr marR="0" lvl="8" algn="l" rtl="0">
              <a:spcBef>
                <a:spcPts val="0"/>
              </a:spcBef>
              <a:spcAft>
                <a:spcPts val="0"/>
              </a:spcAft>
              <a:buSzPts val="1400"/>
              <a:buNone/>
              <a:defRPr sz="4000" b="0" i="0" u="none" strike="noStrike" cap="none">
                <a:solidFill>
                  <a:schemeClr val="dk2"/>
                </a:solidFill>
                <a:latin typeface="Century Gothic"/>
                <a:ea typeface="Century Gothic"/>
                <a:cs typeface="Century Gothic"/>
                <a:sym typeface="Century Gothic"/>
              </a:defRPr>
            </a:lvl9pPr>
          </a:lstStyle>
          <a:p>
            <a:endParaRPr/>
          </a:p>
        </p:txBody>
      </p:sp>
      <p:sp>
        <p:nvSpPr>
          <p:cNvPr id="20" name="Google Shape;20;p1"/>
          <p:cNvSpPr>
            <a:spLocks noGrp="1"/>
          </p:cNvSpPr>
          <p:nvPr>
            <p:ph type="sldNum" idx="12"/>
          </p:nvPr>
        </p:nvSpPr>
        <p:spPr>
          <a:xfrm>
            <a:off x="195262" y="6210300"/>
            <a:ext cx="609600" cy="457200"/>
          </a:xfrm>
          <a:prstGeom prst="ellipse">
            <a:avLst/>
          </a:prstGeom>
          <a:solidFill>
            <a:srgbClr val="0E58C4"/>
          </a:solidFill>
          <a:ln w="9525" cap="flat" cmpd="sng">
            <a:solidFill>
              <a:srgbClr val="0E58C4"/>
            </a:solidFill>
            <a:prstDash val="solid"/>
            <a:miter lim="800000"/>
            <a:headEnd type="none" w="sm" len="sm"/>
            <a:tailEnd type="none" w="sm" len="sm"/>
          </a:ln>
        </p:spPr>
        <p:txBody>
          <a:bodyPr spcFirstLastPara="1" wrap="square" lIns="0" tIns="0" rIns="0" bIns="0" anchor="ctr" anchorCtr="1">
            <a:noAutofit/>
          </a:bodyPr>
          <a:lstStyle>
            <a:lvl1pPr marL="0" marR="0" lvl="0" indent="0" algn="ctr" rtl="0">
              <a:lnSpc>
                <a:spcPct val="100000"/>
              </a:lnSpc>
              <a:spcBef>
                <a:spcPts val="0"/>
              </a:spcBef>
              <a:spcAft>
                <a:spcPts val="0"/>
              </a:spcAft>
              <a:buClr>
                <a:srgbClr val="FFFFFF"/>
              </a:buClr>
              <a:buSzPts val="1400"/>
              <a:buFont typeface="Century Gothic"/>
              <a:buNone/>
              <a:defRPr sz="1400" b="0" i="0" u="none">
                <a:solidFill>
                  <a:srgbClr val="FFFFFF"/>
                </a:solidFill>
                <a:latin typeface="Century Gothic"/>
                <a:ea typeface="Century Gothic"/>
                <a:cs typeface="Century Gothic"/>
                <a:sym typeface="Century Gothic"/>
              </a:defRPr>
            </a:lvl1pPr>
            <a:lvl2pPr marL="0" marR="0" lvl="1" indent="0" algn="ctr" rtl="0">
              <a:lnSpc>
                <a:spcPct val="100000"/>
              </a:lnSpc>
              <a:spcBef>
                <a:spcPts val="0"/>
              </a:spcBef>
              <a:spcAft>
                <a:spcPts val="0"/>
              </a:spcAft>
              <a:buClr>
                <a:srgbClr val="FFFFFF"/>
              </a:buClr>
              <a:buSzPts val="1400"/>
              <a:buFont typeface="Century Gothic"/>
              <a:buNone/>
              <a:defRPr sz="1400" b="0" i="0" u="none">
                <a:solidFill>
                  <a:srgbClr val="FFFFFF"/>
                </a:solidFill>
                <a:latin typeface="Century Gothic"/>
                <a:ea typeface="Century Gothic"/>
                <a:cs typeface="Century Gothic"/>
                <a:sym typeface="Century Gothic"/>
              </a:defRPr>
            </a:lvl2pPr>
            <a:lvl3pPr marL="0" marR="0" lvl="2" indent="0" algn="ctr" rtl="0">
              <a:lnSpc>
                <a:spcPct val="100000"/>
              </a:lnSpc>
              <a:spcBef>
                <a:spcPts val="0"/>
              </a:spcBef>
              <a:spcAft>
                <a:spcPts val="0"/>
              </a:spcAft>
              <a:buClr>
                <a:srgbClr val="FFFFFF"/>
              </a:buClr>
              <a:buSzPts val="1400"/>
              <a:buFont typeface="Century Gothic"/>
              <a:buNone/>
              <a:defRPr sz="1400" b="0" i="0" u="none">
                <a:solidFill>
                  <a:srgbClr val="FFFFFF"/>
                </a:solidFill>
                <a:latin typeface="Century Gothic"/>
                <a:ea typeface="Century Gothic"/>
                <a:cs typeface="Century Gothic"/>
                <a:sym typeface="Century Gothic"/>
              </a:defRPr>
            </a:lvl3pPr>
            <a:lvl4pPr marL="0" marR="0" lvl="3" indent="0" algn="ctr" rtl="0">
              <a:lnSpc>
                <a:spcPct val="100000"/>
              </a:lnSpc>
              <a:spcBef>
                <a:spcPts val="0"/>
              </a:spcBef>
              <a:spcAft>
                <a:spcPts val="0"/>
              </a:spcAft>
              <a:buClr>
                <a:srgbClr val="FFFFFF"/>
              </a:buClr>
              <a:buSzPts val="1400"/>
              <a:buFont typeface="Century Gothic"/>
              <a:buNone/>
              <a:defRPr sz="1400" b="0" i="0" u="none">
                <a:solidFill>
                  <a:srgbClr val="FFFFFF"/>
                </a:solidFill>
                <a:latin typeface="Century Gothic"/>
                <a:ea typeface="Century Gothic"/>
                <a:cs typeface="Century Gothic"/>
                <a:sym typeface="Century Gothic"/>
              </a:defRPr>
            </a:lvl4pPr>
            <a:lvl5pPr marL="0" marR="0" lvl="4" indent="0" algn="ctr" rtl="0">
              <a:lnSpc>
                <a:spcPct val="100000"/>
              </a:lnSpc>
              <a:spcBef>
                <a:spcPts val="0"/>
              </a:spcBef>
              <a:spcAft>
                <a:spcPts val="0"/>
              </a:spcAft>
              <a:buClr>
                <a:srgbClr val="FFFFFF"/>
              </a:buClr>
              <a:buSzPts val="1400"/>
              <a:buFont typeface="Century Gothic"/>
              <a:buNone/>
              <a:defRPr sz="1400" b="0" i="0" u="none">
                <a:solidFill>
                  <a:srgbClr val="FFFFFF"/>
                </a:solidFill>
                <a:latin typeface="Century Gothic"/>
                <a:ea typeface="Century Gothic"/>
                <a:cs typeface="Century Gothic"/>
                <a:sym typeface="Century Gothic"/>
              </a:defRPr>
            </a:lvl5pPr>
            <a:lvl6pPr marL="0" marR="0" lvl="5" indent="0" algn="ctr" rtl="0">
              <a:lnSpc>
                <a:spcPct val="100000"/>
              </a:lnSpc>
              <a:spcBef>
                <a:spcPts val="0"/>
              </a:spcBef>
              <a:spcAft>
                <a:spcPts val="0"/>
              </a:spcAft>
              <a:buClr>
                <a:srgbClr val="FFFFFF"/>
              </a:buClr>
              <a:buSzPts val="1400"/>
              <a:buFont typeface="Century Gothic"/>
              <a:buNone/>
              <a:defRPr sz="1400" b="0" i="0" u="none">
                <a:solidFill>
                  <a:srgbClr val="FFFFFF"/>
                </a:solidFill>
                <a:latin typeface="Century Gothic"/>
                <a:ea typeface="Century Gothic"/>
                <a:cs typeface="Century Gothic"/>
                <a:sym typeface="Century Gothic"/>
              </a:defRPr>
            </a:lvl6pPr>
            <a:lvl7pPr marL="0" marR="0" lvl="6" indent="0" algn="ctr" rtl="0">
              <a:lnSpc>
                <a:spcPct val="100000"/>
              </a:lnSpc>
              <a:spcBef>
                <a:spcPts val="0"/>
              </a:spcBef>
              <a:spcAft>
                <a:spcPts val="0"/>
              </a:spcAft>
              <a:buClr>
                <a:srgbClr val="FFFFFF"/>
              </a:buClr>
              <a:buSzPts val="1400"/>
              <a:buFont typeface="Century Gothic"/>
              <a:buNone/>
              <a:defRPr sz="1400" b="0" i="0" u="none">
                <a:solidFill>
                  <a:srgbClr val="FFFFFF"/>
                </a:solidFill>
                <a:latin typeface="Century Gothic"/>
                <a:ea typeface="Century Gothic"/>
                <a:cs typeface="Century Gothic"/>
                <a:sym typeface="Century Gothic"/>
              </a:defRPr>
            </a:lvl7pPr>
            <a:lvl8pPr marL="0" marR="0" lvl="7" indent="0" algn="ctr" rtl="0">
              <a:lnSpc>
                <a:spcPct val="100000"/>
              </a:lnSpc>
              <a:spcBef>
                <a:spcPts val="0"/>
              </a:spcBef>
              <a:spcAft>
                <a:spcPts val="0"/>
              </a:spcAft>
              <a:buClr>
                <a:srgbClr val="FFFFFF"/>
              </a:buClr>
              <a:buSzPts val="1400"/>
              <a:buFont typeface="Century Gothic"/>
              <a:buNone/>
              <a:defRPr sz="1400" b="0" i="0" u="none">
                <a:solidFill>
                  <a:srgbClr val="FFFFFF"/>
                </a:solidFill>
                <a:latin typeface="Century Gothic"/>
                <a:ea typeface="Century Gothic"/>
                <a:cs typeface="Century Gothic"/>
                <a:sym typeface="Century Gothic"/>
              </a:defRPr>
            </a:lvl8pPr>
            <a:lvl9pPr marL="0" marR="0" lvl="8" indent="0" algn="ctr" rtl="0">
              <a:lnSpc>
                <a:spcPct val="100000"/>
              </a:lnSpc>
              <a:spcBef>
                <a:spcPts val="0"/>
              </a:spcBef>
              <a:spcAft>
                <a:spcPts val="0"/>
              </a:spcAft>
              <a:buClr>
                <a:srgbClr val="FFFFFF"/>
              </a:buClr>
              <a:buSzPts val="1400"/>
              <a:buFont typeface="Century Gothic"/>
              <a:buNone/>
              <a:defRPr sz="1400" b="0" i="0" u="none">
                <a:solidFill>
                  <a:srgbClr val="FFFFFF"/>
                </a:solidFill>
                <a:latin typeface="Century Gothic"/>
                <a:ea typeface="Century Gothic"/>
                <a:cs typeface="Century Gothic"/>
                <a:sym typeface="Century Gothic"/>
              </a:defRPr>
            </a:lvl9pPr>
          </a:lstStyle>
          <a:p>
            <a:pPr marL="0" lvl="0" indent="0" algn="ctr" rtl="0">
              <a:spcBef>
                <a:spcPts val="0"/>
              </a:spcBef>
              <a:spcAft>
                <a:spcPts val="0"/>
              </a:spcAft>
              <a:buNone/>
            </a:pPr>
            <a:fld id="{00000000-1234-1234-1234-123412341234}" type="slidenum">
              <a:rPr lang="en-US"/>
              <a:pPr marL="0" lvl="0" indent="0" algn="ctr" rtl="0">
                <a:spcBef>
                  <a:spcPts val="0"/>
                </a:spcBef>
                <a:spcAft>
                  <a:spcPts val="0"/>
                </a:spcAft>
                <a:buNone/>
              </a:pPr>
              <a:t>‹#›</a:t>
            </a:fld>
            <a:endParaRPr>
              <a:solidFill>
                <a:srgbClr val="000000"/>
              </a:solidFill>
              <a:latin typeface="Arial" panose="020B0604020202090204"/>
              <a:ea typeface="Arial" panose="020B0604020202090204"/>
              <a:cs typeface="Arial" panose="020B0604020202090204"/>
              <a:sym typeface="Arial" panose="020B0604020202090204"/>
            </a:endParaRPr>
          </a:p>
        </p:txBody>
      </p:sp>
    </p:spTree>
  </p:cSld>
  <p:clrMap bg1="lt1" tx1="dk1" bg2="dk2" tx2="lt2" accent1="accent1" accent2="accent2" accent3="accent3" accent4="accent4" accent5="accent5" accent6="accent6" hlink="hlink" folHlink="folHlink"/>
  <p:sldLayoutIdLst>
    <p:sldLayoutId id="2147483649" r:id="rId1"/>
  </p:sldLayoutIdLst>
  <p:transition spd="med">
    <p:fade/>
  </p:transition>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7"/>
        <p:cNvGrpSpPr/>
        <p:nvPr/>
      </p:nvGrpSpPr>
      <p:grpSpPr>
        <a:xfrm>
          <a:off x="0" y="0"/>
          <a:ext cx="0" cy="0"/>
          <a:chOff x="0" y="0"/>
          <a:chExt cx="0" cy="0"/>
        </a:xfrm>
      </p:grpSpPr>
      <p:sp>
        <p:nvSpPr>
          <p:cNvPr id="28" name="Google Shape;28;p3"/>
          <p:cNvSpPr/>
          <p:nvPr/>
        </p:nvSpPr>
        <p:spPr>
          <a:xfrm>
            <a:off x="87312" y="69850"/>
            <a:ext cx="12017400" cy="6693000"/>
          </a:xfrm>
          <a:prstGeom prst="roundRect">
            <a:avLst>
              <a:gd name="adj" fmla="val 1065"/>
            </a:avLst>
          </a:prstGeom>
          <a:solidFill>
            <a:schemeClr val="lt1"/>
          </a:solidFill>
          <a:ln w="9525" cap="sq"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Palatino Linotype"/>
              <a:ea typeface="Palatino Linotype"/>
              <a:cs typeface="Palatino Linotype"/>
              <a:sym typeface="Palatino Linotype"/>
            </a:endParaRPr>
          </a:p>
        </p:txBody>
      </p:sp>
      <p:sp>
        <p:nvSpPr>
          <p:cNvPr id="30" name="Google Shape;30;p3"/>
          <p:cNvSpPr txBox="1">
            <a:spLocks noGrp="1"/>
          </p:cNvSpPr>
          <p:nvPr>
            <p:ph type="ftr" idx="11"/>
          </p:nvPr>
        </p:nvSpPr>
        <p:spPr>
          <a:xfrm>
            <a:off x="1219200" y="6172200"/>
            <a:ext cx="5283300" cy="4572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SzPts val="1400"/>
              <a:buNone/>
              <a:defRPr sz="1400" b="0" i="0" u="none">
                <a:solidFill>
                  <a:schemeClr val="dk2"/>
                </a:solidFill>
                <a:latin typeface="Palatino Linotype"/>
                <a:ea typeface="Palatino Linotype"/>
                <a:cs typeface="Palatino Linotype"/>
                <a:sym typeface="Palatino Linotype"/>
              </a:defRPr>
            </a:lvl1pPr>
            <a:lvl2pPr marR="0" lvl="1" algn="l" rtl="0">
              <a:lnSpc>
                <a:spcPct val="100000"/>
              </a:lnSpc>
              <a:spcBef>
                <a:spcPts val="0"/>
              </a:spcBef>
              <a:spcAft>
                <a:spcPts val="0"/>
              </a:spcAft>
              <a:buSzPts val="1400"/>
              <a:buNone/>
              <a:defRPr sz="1800" b="0" i="0" u="none" strike="noStrike" cap="none">
                <a:solidFill>
                  <a:schemeClr val="dk1"/>
                </a:solidFill>
                <a:latin typeface="Palatino Linotype"/>
                <a:ea typeface="Palatino Linotype"/>
                <a:cs typeface="Palatino Linotype"/>
                <a:sym typeface="Palatino Linotype"/>
              </a:defRPr>
            </a:lvl2pPr>
            <a:lvl3pPr marR="0" lvl="2" algn="l" rtl="0">
              <a:lnSpc>
                <a:spcPct val="100000"/>
              </a:lnSpc>
              <a:spcBef>
                <a:spcPts val="0"/>
              </a:spcBef>
              <a:spcAft>
                <a:spcPts val="0"/>
              </a:spcAft>
              <a:buSzPts val="1400"/>
              <a:buNone/>
              <a:defRPr sz="1800" b="0" i="0" u="none" strike="noStrike" cap="none">
                <a:solidFill>
                  <a:schemeClr val="dk1"/>
                </a:solidFill>
                <a:latin typeface="Palatino Linotype"/>
                <a:ea typeface="Palatino Linotype"/>
                <a:cs typeface="Palatino Linotype"/>
                <a:sym typeface="Palatino Linotype"/>
              </a:defRPr>
            </a:lvl3pPr>
            <a:lvl4pPr marR="0" lvl="3" algn="l" rtl="0">
              <a:lnSpc>
                <a:spcPct val="100000"/>
              </a:lnSpc>
              <a:spcBef>
                <a:spcPts val="0"/>
              </a:spcBef>
              <a:spcAft>
                <a:spcPts val="0"/>
              </a:spcAft>
              <a:buSzPts val="1400"/>
              <a:buNone/>
              <a:defRPr sz="1800" b="0" i="0" u="none" strike="noStrike" cap="none">
                <a:solidFill>
                  <a:schemeClr val="dk1"/>
                </a:solidFill>
                <a:latin typeface="Palatino Linotype"/>
                <a:ea typeface="Palatino Linotype"/>
                <a:cs typeface="Palatino Linotype"/>
                <a:sym typeface="Palatino Linotype"/>
              </a:defRPr>
            </a:lvl4pPr>
            <a:lvl5pPr marR="0" lvl="4" algn="l" rtl="0">
              <a:lnSpc>
                <a:spcPct val="100000"/>
              </a:lnSpc>
              <a:spcBef>
                <a:spcPts val="0"/>
              </a:spcBef>
              <a:spcAft>
                <a:spcPts val="0"/>
              </a:spcAft>
              <a:buSzPts val="1400"/>
              <a:buNone/>
              <a:defRPr sz="1800" b="0" i="0" u="none" strike="noStrike" cap="none">
                <a:solidFill>
                  <a:schemeClr val="dk1"/>
                </a:solidFill>
                <a:latin typeface="Palatino Linotype"/>
                <a:ea typeface="Palatino Linotype"/>
                <a:cs typeface="Palatino Linotype"/>
                <a:sym typeface="Palatino Linotype"/>
              </a:defRPr>
            </a:lvl5pPr>
            <a:lvl6pPr marR="0" lvl="5" algn="l" rtl="0">
              <a:lnSpc>
                <a:spcPct val="100000"/>
              </a:lnSpc>
              <a:spcBef>
                <a:spcPts val="0"/>
              </a:spcBef>
              <a:spcAft>
                <a:spcPts val="0"/>
              </a:spcAft>
              <a:buSzPts val="1400"/>
              <a:buNone/>
              <a:defRPr sz="1800" b="0" i="0" u="none" strike="noStrike" cap="none">
                <a:solidFill>
                  <a:schemeClr val="dk1"/>
                </a:solidFill>
                <a:latin typeface="Palatino Linotype"/>
                <a:ea typeface="Palatino Linotype"/>
                <a:cs typeface="Palatino Linotype"/>
                <a:sym typeface="Palatino Linotype"/>
              </a:defRPr>
            </a:lvl6pPr>
            <a:lvl7pPr marR="0" lvl="6" algn="l" rtl="0">
              <a:lnSpc>
                <a:spcPct val="100000"/>
              </a:lnSpc>
              <a:spcBef>
                <a:spcPts val="0"/>
              </a:spcBef>
              <a:spcAft>
                <a:spcPts val="0"/>
              </a:spcAft>
              <a:buSzPts val="1400"/>
              <a:buNone/>
              <a:defRPr sz="1800" b="0" i="0" u="none" strike="noStrike" cap="none">
                <a:solidFill>
                  <a:schemeClr val="dk1"/>
                </a:solidFill>
                <a:latin typeface="Palatino Linotype"/>
                <a:ea typeface="Palatino Linotype"/>
                <a:cs typeface="Palatino Linotype"/>
                <a:sym typeface="Palatino Linotype"/>
              </a:defRPr>
            </a:lvl7pPr>
            <a:lvl8pPr marR="0" lvl="7" algn="l" rtl="0">
              <a:lnSpc>
                <a:spcPct val="100000"/>
              </a:lnSpc>
              <a:spcBef>
                <a:spcPts val="0"/>
              </a:spcBef>
              <a:spcAft>
                <a:spcPts val="0"/>
              </a:spcAft>
              <a:buSzPts val="1400"/>
              <a:buNone/>
              <a:defRPr sz="1800" b="0" i="0" u="none" strike="noStrike" cap="none">
                <a:solidFill>
                  <a:schemeClr val="dk1"/>
                </a:solidFill>
                <a:latin typeface="Palatino Linotype"/>
                <a:ea typeface="Palatino Linotype"/>
                <a:cs typeface="Palatino Linotype"/>
                <a:sym typeface="Palatino Linotype"/>
              </a:defRPr>
            </a:lvl8pPr>
            <a:lvl9pPr marR="0" lvl="8" algn="l" rtl="0">
              <a:lnSpc>
                <a:spcPct val="100000"/>
              </a:lnSpc>
              <a:spcBef>
                <a:spcPts val="0"/>
              </a:spcBef>
              <a:spcAft>
                <a:spcPts val="0"/>
              </a:spcAft>
              <a:buSzPts val="1400"/>
              <a:buNone/>
              <a:defRPr sz="1800" b="0" i="0" u="none" strike="noStrike" cap="none">
                <a:solidFill>
                  <a:schemeClr val="dk1"/>
                </a:solidFill>
                <a:latin typeface="Palatino Linotype"/>
                <a:ea typeface="Palatino Linotype"/>
                <a:cs typeface="Palatino Linotype"/>
                <a:sym typeface="Palatino Linotype"/>
              </a:defRPr>
            </a:lvl9pPr>
          </a:lstStyle>
          <a:p>
            <a:r>
              <a:rPr lang="en-US"/>
              <a:t>First Review</a:t>
            </a:r>
          </a:p>
        </p:txBody>
      </p:sp>
      <p:sp>
        <p:nvSpPr>
          <p:cNvPr id="31" name="Google Shape;31;p3"/>
          <p:cNvSpPr>
            <a:spLocks noGrp="1"/>
          </p:cNvSpPr>
          <p:nvPr>
            <p:ph type="sldNum" idx="12"/>
          </p:nvPr>
        </p:nvSpPr>
        <p:spPr>
          <a:xfrm>
            <a:off x="195262" y="6210300"/>
            <a:ext cx="609600" cy="457200"/>
          </a:xfrm>
          <a:prstGeom prst="ellipse">
            <a:avLst/>
          </a:prstGeom>
          <a:solidFill>
            <a:srgbClr val="0E58C4"/>
          </a:solidFill>
          <a:ln w="9525" cap="flat" cmpd="sng">
            <a:solidFill>
              <a:srgbClr val="0E58C4"/>
            </a:solidFill>
            <a:prstDash val="solid"/>
            <a:miter lim="800000"/>
            <a:headEnd type="none" w="sm" len="sm"/>
            <a:tailEnd type="none" w="sm" len="sm"/>
          </a:ln>
        </p:spPr>
        <p:txBody>
          <a:bodyPr spcFirstLastPara="1" wrap="square" lIns="0" tIns="0" rIns="0" bIns="0" anchor="ctr" anchorCtr="1">
            <a:noAutofit/>
          </a:bodyPr>
          <a:lstStyle>
            <a:lvl1pPr marL="0" marR="0" lvl="0" indent="0" algn="ctr" rtl="0">
              <a:lnSpc>
                <a:spcPct val="100000"/>
              </a:lnSpc>
              <a:spcBef>
                <a:spcPts val="0"/>
              </a:spcBef>
              <a:spcAft>
                <a:spcPts val="0"/>
              </a:spcAft>
              <a:buClr>
                <a:schemeClr val="lt1"/>
              </a:buClr>
              <a:buSzPts val="1400"/>
              <a:buFont typeface="Century Gothic"/>
              <a:buNone/>
              <a:defRPr sz="1400" b="0" i="0" u="none">
                <a:solidFill>
                  <a:schemeClr val="lt1"/>
                </a:solidFill>
                <a:latin typeface="Century Gothic"/>
                <a:ea typeface="Century Gothic"/>
                <a:cs typeface="Century Gothic"/>
                <a:sym typeface="Century Gothic"/>
              </a:defRPr>
            </a:lvl1pPr>
            <a:lvl2pPr marL="0" marR="0" lvl="1" indent="0" algn="ctr" rtl="0">
              <a:lnSpc>
                <a:spcPct val="100000"/>
              </a:lnSpc>
              <a:spcBef>
                <a:spcPts val="0"/>
              </a:spcBef>
              <a:spcAft>
                <a:spcPts val="0"/>
              </a:spcAft>
              <a:buClr>
                <a:schemeClr val="lt1"/>
              </a:buClr>
              <a:buSzPts val="1400"/>
              <a:buFont typeface="Century Gothic"/>
              <a:buNone/>
              <a:defRPr sz="1400" b="0" i="0" u="none">
                <a:solidFill>
                  <a:schemeClr val="lt1"/>
                </a:solidFill>
                <a:latin typeface="Century Gothic"/>
                <a:ea typeface="Century Gothic"/>
                <a:cs typeface="Century Gothic"/>
                <a:sym typeface="Century Gothic"/>
              </a:defRPr>
            </a:lvl2pPr>
            <a:lvl3pPr marL="0" marR="0" lvl="2" indent="0" algn="ctr" rtl="0">
              <a:lnSpc>
                <a:spcPct val="100000"/>
              </a:lnSpc>
              <a:spcBef>
                <a:spcPts val="0"/>
              </a:spcBef>
              <a:spcAft>
                <a:spcPts val="0"/>
              </a:spcAft>
              <a:buClr>
                <a:schemeClr val="lt1"/>
              </a:buClr>
              <a:buSzPts val="1400"/>
              <a:buFont typeface="Century Gothic"/>
              <a:buNone/>
              <a:defRPr sz="1400" b="0" i="0" u="none">
                <a:solidFill>
                  <a:schemeClr val="lt1"/>
                </a:solidFill>
                <a:latin typeface="Century Gothic"/>
                <a:ea typeface="Century Gothic"/>
                <a:cs typeface="Century Gothic"/>
                <a:sym typeface="Century Gothic"/>
              </a:defRPr>
            </a:lvl3pPr>
            <a:lvl4pPr marL="0" marR="0" lvl="3" indent="0" algn="ctr" rtl="0">
              <a:lnSpc>
                <a:spcPct val="100000"/>
              </a:lnSpc>
              <a:spcBef>
                <a:spcPts val="0"/>
              </a:spcBef>
              <a:spcAft>
                <a:spcPts val="0"/>
              </a:spcAft>
              <a:buClr>
                <a:schemeClr val="lt1"/>
              </a:buClr>
              <a:buSzPts val="1400"/>
              <a:buFont typeface="Century Gothic"/>
              <a:buNone/>
              <a:defRPr sz="1400" b="0" i="0" u="none">
                <a:solidFill>
                  <a:schemeClr val="lt1"/>
                </a:solidFill>
                <a:latin typeface="Century Gothic"/>
                <a:ea typeface="Century Gothic"/>
                <a:cs typeface="Century Gothic"/>
                <a:sym typeface="Century Gothic"/>
              </a:defRPr>
            </a:lvl4pPr>
            <a:lvl5pPr marL="0" marR="0" lvl="4" indent="0" algn="ctr" rtl="0">
              <a:lnSpc>
                <a:spcPct val="100000"/>
              </a:lnSpc>
              <a:spcBef>
                <a:spcPts val="0"/>
              </a:spcBef>
              <a:spcAft>
                <a:spcPts val="0"/>
              </a:spcAft>
              <a:buClr>
                <a:schemeClr val="lt1"/>
              </a:buClr>
              <a:buSzPts val="1400"/>
              <a:buFont typeface="Century Gothic"/>
              <a:buNone/>
              <a:defRPr sz="1400" b="0" i="0" u="none">
                <a:solidFill>
                  <a:schemeClr val="lt1"/>
                </a:solidFill>
                <a:latin typeface="Century Gothic"/>
                <a:ea typeface="Century Gothic"/>
                <a:cs typeface="Century Gothic"/>
                <a:sym typeface="Century Gothic"/>
              </a:defRPr>
            </a:lvl5pPr>
            <a:lvl6pPr marL="0" marR="0" lvl="5" indent="0" algn="ctr" rtl="0">
              <a:lnSpc>
                <a:spcPct val="100000"/>
              </a:lnSpc>
              <a:spcBef>
                <a:spcPts val="0"/>
              </a:spcBef>
              <a:spcAft>
                <a:spcPts val="0"/>
              </a:spcAft>
              <a:buClr>
                <a:schemeClr val="lt1"/>
              </a:buClr>
              <a:buSzPts val="1400"/>
              <a:buFont typeface="Century Gothic"/>
              <a:buNone/>
              <a:defRPr sz="1400" b="0" i="0" u="none">
                <a:solidFill>
                  <a:schemeClr val="lt1"/>
                </a:solidFill>
                <a:latin typeface="Century Gothic"/>
                <a:ea typeface="Century Gothic"/>
                <a:cs typeface="Century Gothic"/>
                <a:sym typeface="Century Gothic"/>
              </a:defRPr>
            </a:lvl6pPr>
            <a:lvl7pPr marL="0" marR="0" lvl="6" indent="0" algn="ctr" rtl="0">
              <a:lnSpc>
                <a:spcPct val="100000"/>
              </a:lnSpc>
              <a:spcBef>
                <a:spcPts val="0"/>
              </a:spcBef>
              <a:spcAft>
                <a:spcPts val="0"/>
              </a:spcAft>
              <a:buClr>
                <a:schemeClr val="lt1"/>
              </a:buClr>
              <a:buSzPts val="1400"/>
              <a:buFont typeface="Century Gothic"/>
              <a:buNone/>
              <a:defRPr sz="1400" b="0" i="0" u="none">
                <a:solidFill>
                  <a:schemeClr val="lt1"/>
                </a:solidFill>
                <a:latin typeface="Century Gothic"/>
                <a:ea typeface="Century Gothic"/>
                <a:cs typeface="Century Gothic"/>
                <a:sym typeface="Century Gothic"/>
              </a:defRPr>
            </a:lvl7pPr>
            <a:lvl8pPr marL="0" marR="0" lvl="7" indent="0" algn="ctr" rtl="0">
              <a:lnSpc>
                <a:spcPct val="100000"/>
              </a:lnSpc>
              <a:spcBef>
                <a:spcPts val="0"/>
              </a:spcBef>
              <a:spcAft>
                <a:spcPts val="0"/>
              </a:spcAft>
              <a:buClr>
                <a:schemeClr val="lt1"/>
              </a:buClr>
              <a:buSzPts val="1400"/>
              <a:buFont typeface="Century Gothic"/>
              <a:buNone/>
              <a:defRPr sz="1400" b="0" i="0" u="none">
                <a:solidFill>
                  <a:schemeClr val="lt1"/>
                </a:solidFill>
                <a:latin typeface="Century Gothic"/>
                <a:ea typeface="Century Gothic"/>
                <a:cs typeface="Century Gothic"/>
                <a:sym typeface="Century Gothic"/>
              </a:defRPr>
            </a:lvl8pPr>
            <a:lvl9pPr marL="0" marR="0" lvl="8" indent="0" algn="ctr" rtl="0">
              <a:lnSpc>
                <a:spcPct val="100000"/>
              </a:lnSpc>
              <a:spcBef>
                <a:spcPts val="0"/>
              </a:spcBef>
              <a:spcAft>
                <a:spcPts val="0"/>
              </a:spcAft>
              <a:buClr>
                <a:schemeClr val="lt1"/>
              </a:buClr>
              <a:buSzPts val="1400"/>
              <a:buFont typeface="Century Gothic"/>
              <a:buNone/>
              <a:defRPr sz="1400" b="0" i="0" u="none">
                <a:solidFill>
                  <a:schemeClr val="lt1"/>
                </a:solidFill>
                <a:latin typeface="Century Gothic"/>
                <a:ea typeface="Century Gothic"/>
                <a:cs typeface="Century Gothic"/>
                <a:sym typeface="Century Gothic"/>
              </a:defRPr>
            </a:lvl9pPr>
          </a:lstStyle>
          <a:p>
            <a:pPr marL="0" lvl="0" indent="0" algn="ctr" rtl="0">
              <a:spcBef>
                <a:spcPts val="0"/>
              </a:spcBef>
              <a:spcAft>
                <a:spcPts val="0"/>
              </a:spcAft>
              <a:buNone/>
            </a:pPr>
            <a:fld id="{00000000-1234-1234-1234-123412341234}" type="slidenum">
              <a:rPr lang="en-US"/>
              <a:pPr marL="0" lvl="0" indent="0" algn="ctr" rtl="0">
                <a:spcBef>
                  <a:spcPts val="0"/>
                </a:spcBef>
                <a:spcAft>
                  <a:spcPts val="0"/>
                </a:spcAft>
                <a:buNone/>
              </a:pPr>
              <a:t>‹#›</a:t>
            </a:fld>
            <a:endParaRPr>
              <a:solidFill>
                <a:srgbClr val="000000"/>
              </a:solidFill>
              <a:latin typeface="Arial" panose="020B0604020202090204"/>
              <a:ea typeface="Arial" panose="020B0604020202090204"/>
              <a:cs typeface="Arial" panose="020B0604020202090204"/>
              <a:sym typeface="Arial" panose="020B0604020202090204"/>
            </a:endParaRPr>
          </a:p>
        </p:txBody>
      </p:sp>
      <p:sp>
        <p:nvSpPr>
          <p:cNvPr id="32" name="Google Shape;32;p3"/>
          <p:cNvSpPr txBox="1">
            <a:spLocks noGrp="1"/>
          </p:cNvSpPr>
          <p:nvPr>
            <p:ph type="body" idx="1"/>
          </p:nvPr>
        </p:nvSpPr>
        <p:spPr>
          <a:xfrm>
            <a:off x="1219200" y="1447800"/>
            <a:ext cx="10363200" cy="4572000"/>
          </a:xfrm>
          <a:prstGeom prst="rect">
            <a:avLst/>
          </a:prstGeom>
          <a:noFill/>
          <a:ln>
            <a:noFill/>
          </a:ln>
        </p:spPr>
        <p:txBody>
          <a:bodyPr spcFirstLastPara="1" wrap="square" lIns="91425" tIns="45700" rIns="91425" bIns="45700" anchor="t" anchorCtr="0">
            <a:noAutofit/>
          </a:bodyPr>
          <a:lstStyle>
            <a:lvl1pPr marL="457200" marR="0" lvl="0" indent="-368935" algn="l" rtl="0">
              <a:spcBef>
                <a:spcPts val="575"/>
              </a:spcBef>
              <a:spcAft>
                <a:spcPts val="0"/>
              </a:spcAft>
              <a:buClr>
                <a:schemeClr val="accent1"/>
              </a:buClr>
              <a:buSzPts val="2210"/>
              <a:buFont typeface="Noto Sans Symbols"/>
              <a:buChar char="⚫"/>
              <a:defRPr sz="2600" b="0" i="0" u="none" strike="noStrike" cap="none">
                <a:solidFill>
                  <a:schemeClr val="dk1"/>
                </a:solidFill>
                <a:latin typeface="Palatino Linotype"/>
                <a:ea typeface="Palatino Linotype"/>
                <a:cs typeface="Palatino Linotype"/>
                <a:sym typeface="Palatino Linotype"/>
              </a:defRPr>
            </a:lvl1pPr>
            <a:lvl2pPr marL="914400" marR="0" lvl="1" indent="-358140" algn="l" rtl="0">
              <a:spcBef>
                <a:spcPts val="375"/>
              </a:spcBef>
              <a:spcAft>
                <a:spcPts val="0"/>
              </a:spcAft>
              <a:buClr>
                <a:schemeClr val="accent2"/>
              </a:buClr>
              <a:buSzPts val="2040"/>
              <a:buFont typeface="Noto Sans Symbols"/>
              <a:buChar char="⚫"/>
              <a:defRPr sz="2400" b="0" i="0" u="none" strike="noStrike" cap="none">
                <a:solidFill>
                  <a:schemeClr val="dk1"/>
                </a:solidFill>
                <a:latin typeface="Palatino Linotype"/>
                <a:ea typeface="Palatino Linotype"/>
                <a:cs typeface="Palatino Linotype"/>
                <a:sym typeface="Palatino Linotype"/>
              </a:defRPr>
            </a:lvl2pPr>
            <a:lvl3pPr marL="1371600" marR="0" lvl="2" indent="-336550" algn="l" rtl="0">
              <a:spcBef>
                <a:spcPts val="375"/>
              </a:spcBef>
              <a:spcAft>
                <a:spcPts val="0"/>
              </a:spcAft>
              <a:buClr>
                <a:srgbClr val="B1B8D2"/>
              </a:buClr>
              <a:buSzPts val="1700"/>
              <a:buFont typeface="Noto Sans Symbols"/>
              <a:buChar char="⚫"/>
              <a:defRPr sz="2000" b="0" i="0" u="none" strike="noStrike" cap="none">
                <a:solidFill>
                  <a:schemeClr val="dk1"/>
                </a:solidFill>
                <a:latin typeface="Palatino Linotype"/>
                <a:ea typeface="Palatino Linotype"/>
                <a:cs typeface="Palatino Linotype"/>
                <a:sym typeface="Palatino Linotype"/>
              </a:defRPr>
            </a:lvl3pPr>
            <a:lvl4pPr marL="1828800" marR="0" lvl="3" indent="-330200" algn="l" rtl="0">
              <a:spcBef>
                <a:spcPts val="375"/>
              </a:spcBef>
              <a:spcAft>
                <a:spcPts val="0"/>
              </a:spcAft>
              <a:buClr>
                <a:srgbClr val="297FD5"/>
              </a:buClr>
              <a:buSzPts val="1600"/>
              <a:buFont typeface="Noto Sans Symbols"/>
              <a:buChar char="⚫"/>
              <a:defRPr sz="2000" b="0" i="0" u="none" strike="noStrike" cap="none">
                <a:solidFill>
                  <a:schemeClr val="dk1"/>
                </a:solidFill>
                <a:latin typeface="Palatino Linotype"/>
                <a:ea typeface="Palatino Linotype"/>
                <a:cs typeface="Palatino Linotype"/>
                <a:sym typeface="Palatino Linotype"/>
              </a:defRPr>
            </a:lvl4pPr>
            <a:lvl5pPr marL="2286000" marR="0" lvl="4" indent="-355600" algn="l" rtl="0">
              <a:spcBef>
                <a:spcPts val="375"/>
              </a:spcBef>
              <a:spcAft>
                <a:spcPts val="0"/>
              </a:spcAft>
              <a:buClr>
                <a:srgbClr val="297FD5"/>
              </a:buClr>
              <a:buSzPts val="2000"/>
              <a:buFont typeface="Arial" panose="020B0604020202090204"/>
              <a:buChar char="•"/>
              <a:defRPr sz="2000" b="0" i="0" u="none" strike="noStrike" cap="none">
                <a:solidFill>
                  <a:schemeClr val="dk1"/>
                </a:solidFill>
                <a:latin typeface="Palatino Linotype"/>
                <a:ea typeface="Palatino Linotype"/>
                <a:cs typeface="Palatino Linotype"/>
                <a:sym typeface="Palatino Linotype"/>
              </a:defRPr>
            </a:lvl5pPr>
            <a:lvl6pPr marL="2743200" marR="0" lvl="5" indent="-342900" algn="l" rtl="0">
              <a:spcBef>
                <a:spcPts val="370"/>
              </a:spcBef>
              <a:spcAft>
                <a:spcPts val="0"/>
              </a:spcAft>
              <a:buClr>
                <a:schemeClr val="accent3"/>
              </a:buClr>
              <a:buSzPts val="1800"/>
              <a:buFont typeface="Palatino Linotype"/>
              <a:buChar char="•"/>
              <a:defRPr sz="1800" b="0" i="0" u="none" strike="noStrike" cap="none">
                <a:solidFill>
                  <a:schemeClr val="dk1"/>
                </a:solidFill>
                <a:latin typeface="Palatino Linotype"/>
                <a:ea typeface="Palatino Linotype"/>
                <a:cs typeface="Palatino Linotype"/>
                <a:sym typeface="Palatino Linotype"/>
              </a:defRPr>
            </a:lvl6pPr>
            <a:lvl7pPr marL="3200400" marR="0" lvl="6" indent="-342900" algn="l" rtl="0">
              <a:spcBef>
                <a:spcPts val="370"/>
              </a:spcBef>
              <a:spcAft>
                <a:spcPts val="0"/>
              </a:spcAft>
              <a:buClr>
                <a:schemeClr val="accent2"/>
              </a:buClr>
              <a:buSzPts val="1800"/>
              <a:buFont typeface="Palatino Linotype"/>
              <a:buChar char="•"/>
              <a:defRPr sz="1800" b="0" i="0" u="none" strike="noStrike" cap="none">
                <a:solidFill>
                  <a:schemeClr val="dk1"/>
                </a:solidFill>
                <a:latin typeface="Palatino Linotype"/>
                <a:ea typeface="Palatino Linotype"/>
                <a:cs typeface="Palatino Linotype"/>
                <a:sym typeface="Palatino Linotype"/>
              </a:defRPr>
            </a:lvl7pPr>
            <a:lvl8pPr marL="3657600" marR="0" lvl="7" indent="-342900" algn="l" rtl="0">
              <a:spcBef>
                <a:spcPts val="370"/>
              </a:spcBef>
              <a:spcAft>
                <a:spcPts val="0"/>
              </a:spcAft>
              <a:buClr>
                <a:srgbClr val="AFB7D2"/>
              </a:buClr>
              <a:buSzPts val="1800"/>
              <a:buFont typeface="Palatino Linotype"/>
              <a:buChar char="•"/>
              <a:defRPr sz="1800" b="0" i="0" u="none" strike="noStrike" cap="none">
                <a:solidFill>
                  <a:schemeClr val="dk1"/>
                </a:solidFill>
                <a:latin typeface="Palatino Linotype"/>
                <a:ea typeface="Palatino Linotype"/>
                <a:cs typeface="Palatino Linotype"/>
                <a:sym typeface="Palatino Linotype"/>
              </a:defRPr>
            </a:lvl8pPr>
            <a:lvl9pPr marL="4114800" marR="0" lvl="8" indent="-342900" algn="l" rtl="0">
              <a:spcBef>
                <a:spcPts val="370"/>
              </a:spcBef>
              <a:spcAft>
                <a:spcPts val="0"/>
              </a:spcAft>
              <a:buClr>
                <a:srgbClr val="B5CBE5"/>
              </a:buClr>
              <a:buSzPts val="1800"/>
              <a:buFont typeface="Palatino Linotype"/>
              <a:buChar char="•"/>
              <a:defRPr sz="1800" b="0" i="0" u="none" strike="noStrike" cap="none">
                <a:solidFill>
                  <a:schemeClr val="dk1"/>
                </a:solidFill>
                <a:latin typeface="Palatino Linotype"/>
                <a:ea typeface="Palatino Linotype"/>
                <a:cs typeface="Palatino Linotype"/>
                <a:sym typeface="Palatino Linotype"/>
              </a:defRPr>
            </a:lvl9pPr>
          </a:lstStyle>
          <a:p>
            <a:endParaRPr/>
          </a:p>
        </p:txBody>
      </p:sp>
      <p:sp>
        <p:nvSpPr>
          <p:cNvPr id="33" name="Google Shape;33;p3"/>
          <p:cNvSpPr txBox="1">
            <a:spLocks noGrp="1"/>
          </p:cNvSpPr>
          <p:nvPr>
            <p:ph type="title"/>
          </p:nvPr>
        </p:nvSpPr>
        <p:spPr>
          <a:xfrm>
            <a:off x="1219200" y="274637"/>
            <a:ext cx="10363200" cy="1143000"/>
          </a:xfrm>
          <a:prstGeom prst="rect">
            <a:avLst/>
          </a:prstGeom>
          <a:noFill/>
          <a:ln>
            <a:noFill/>
          </a:ln>
        </p:spPr>
        <p:txBody>
          <a:bodyPr spcFirstLastPara="1" wrap="square" lIns="91425" tIns="45700" rIns="91425" bIns="91425" anchor="b" anchorCtr="0">
            <a:noAutofit/>
          </a:bodyPr>
          <a:lstStyle>
            <a:lvl1pPr marR="0" lvl="0" algn="l" rtl="0">
              <a:spcBef>
                <a:spcPts val="0"/>
              </a:spcBef>
              <a:spcAft>
                <a:spcPts val="0"/>
              </a:spcAft>
              <a:buSzPts val="1400"/>
              <a:buNone/>
              <a:defRPr sz="4000" b="0" i="0" u="none" strike="noStrike" cap="none">
                <a:solidFill>
                  <a:schemeClr val="dk2"/>
                </a:solidFill>
                <a:latin typeface="Century Gothic"/>
                <a:ea typeface="Century Gothic"/>
                <a:cs typeface="Century Gothic"/>
                <a:sym typeface="Century Gothic"/>
              </a:defRPr>
            </a:lvl1pPr>
            <a:lvl2pPr marR="0" lvl="1" algn="l" rtl="0">
              <a:spcBef>
                <a:spcPts val="0"/>
              </a:spcBef>
              <a:spcAft>
                <a:spcPts val="0"/>
              </a:spcAft>
              <a:buSzPts val="1400"/>
              <a:buNone/>
              <a:defRPr sz="4000" b="0" i="0" u="none" strike="noStrike" cap="none">
                <a:solidFill>
                  <a:schemeClr val="dk2"/>
                </a:solidFill>
                <a:latin typeface="Century Gothic"/>
                <a:ea typeface="Century Gothic"/>
                <a:cs typeface="Century Gothic"/>
                <a:sym typeface="Century Gothic"/>
              </a:defRPr>
            </a:lvl2pPr>
            <a:lvl3pPr marR="0" lvl="2" algn="l" rtl="0">
              <a:spcBef>
                <a:spcPts val="0"/>
              </a:spcBef>
              <a:spcAft>
                <a:spcPts val="0"/>
              </a:spcAft>
              <a:buSzPts val="1400"/>
              <a:buNone/>
              <a:defRPr sz="4000" b="0" i="0" u="none" strike="noStrike" cap="none">
                <a:solidFill>
                  <a:schemeClr val="dk2"/>
                </a:solidFill>
                <a:latin typeface="Century Gothic"/>
                <a:ea typeface="Century Gothic"/>
                <a:cs typeface="Century Gothic"/>
                <a:sym typeface="Century Gothic"/>
              </a:defRPr>
            </a:lvl3pPr>
            <a:lvl4pPr marR="0" lvl="3" algn="l" rtl="0">
              <a:spcBef>
                <a:spcPts val="0"/>
              </a:spcBef>
              <a:spcAft>
                <a:spcPts val="0"/>
              </a:spcAft>
              <a:buSzPts val="1400"/>
              <a:buNone/>
              <a:defRPr sz="4000" b="0" i="0" u="none" strike="noStrike" cap="none">
                <a:solidFill>
                  <a:schemeClr val="dk2"/>
                </a:solidFill>
                <a:latin typeface="Century Gothic"/>
                <a:ea typeface="Century Gothic"/>
                <a:cs typeface="Century Gothic"/>
                <a:sym typeface="Century Gothic"/>
              </a:defRPr>
            </a:lvl4pPr>
            <a:lvl5pPr marR="0" lvl="4" algn="l" rtl="0">
              <a:spcBef>
                <a:spcPts val="0"/>
              </a:spcBef>
              <a:spcAft>
                <a:spcPts val="0"/>
              </a:spcAft>
              <a:buSzPts val="1400"/>
              <a:buNone/>
              <a:defRPr sz="4000" b="0" i="0" u="none" strike="noStrike" cap="none">
                <a:solidFill>
                  <a:schemeClr val="dk2"/>
                </a:solidFill>
                <a:latin typeface="Century Gothic"/>
                <a:ea typeface="Century Gothic"/>
                <a:cs typeface="Century Gothic"/>
                <a:sym typeface="Century Gothic"/>
              </a:defRPr>
            </a:lvl5pPr>
            <a:lvl6pPr marR="0" lvl="5" algn="l" rtl="0">
              <a:spcBef>
                <a:spcPts val="0"/>
              </a:spcBef>
              <a:spcAft>
                <a:spcPts val="0"/>
              </a:spcAft>
              <a:buSzPts val="1400"/>
              <a:buNone/>
              <a:defRPr sz="4000" b="0" i="0" u="none" strike="noStrike" cap="none">
                <a:solidFill>
                  <a:schemeClr val="dk2"/>
                </a:solidFill>
                <a:latin typeface="Century Gothic"/>
                <a:ea typeface="Century Gothic"/>
                <a:cs typeface="Century Gothic"/>
                <a:sym typeface="Century Gothic"/>
              </a:defRPr>
            </a:lvl6pPr>
            <a:lvl7pPr marR="0" lvl="6" algn="l" rtl="0">
              <a:spcBef>
                <a:spcPts val="0"/>
              </a:spcBef>
              <a:spcAft>
                <a:spcPts val="0"/>
              </a:spcAft>
              <a:buSzPts val="1400"/>
              <a:buNone/>
              <a:defRPr sz="4000" b="0" i="0" u="none" strike="noStrike" cap="none">
                <a:solidFill>
                  <a:schemeClr val="dk2"/>
                </a:solidFill>
                <a:latin typeface="Century Gothic"/>
                <a:ea typeface="Century Gothic"/>
                <a:cs typeface="Century Gothic"/>
                <a:sym typeface="Century Gothic"/>
              </a:defRPr>
            </a:lvl7pPr>
            <a:lvl8pPr marR="0" lvl="7" algn="l" rtl="0">
              <a:spcBef>
                <a:spcPts val="0"/>
              </a:spcBef>
              <a:spcAft>
                <a:spcPts val="0"/>
              </a:spcAft>
              <a:buSzPts val="1400"/>
              <a:buNone/>
              <a:defRPr sz="4000" b="0" i="0" u="none" strike="noStrike" cap="none">
                <a:solidFill>
                  <a:schemeClr val="dk2"/>
                </a:solidFill>
                <a:latin typeface="Century Gothic"/>
                <a:ea typeface="Century Gothic"/>
                <a:cs typeface="Century Gothic"/>
                <a:sym typeface="Century Gothic"/>
              </a:defRPr>
            </a:lvl8pPr>
            <a:lvl9pPr marR="0" lvl="8" algn="l" rtl="0">
              <a:spcBef>
                <a:spcPts val="0"/>
              </a:spcBef>
              <a:spcAft>
                <a:spcPts val="0"/>
              </a:spcAft>
              <a:buSzPts val="1400"/>
              <a:buNone/>
              <a:defRPr sz="4000" b="0" i="0" u="none" strike="noStrike" cap="none">
                <a:solidFill>
                  <a:schemeClr val="dk2"/>
                </a:solidFill>
                <a:latin typeface="Century Gothic"/>
                <a:ea typeface="Century Gothic"/>
                <a:cs typeface="Century Gothic"/>
                <a:sym typeface="Century Gothic"/>
              </a:defRPr>
            </a:lvl9pPr>
          </a:lstStyle>
          <a:p>
            <a:endParaRPr/>
          </a:p>
        </p:txBody>
      </p:sp>
    </p:spTree>
  </p:cSld>
  <p:clrMap bg1="lt1" tx1="dk1" bg2="dk2" tx2="lt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 id="2147483655" r:id="rId5"/>
    <p:sldLayoutId id="2147483656" r:id="rId6"/>
    <p:sldLayoutId id="2147483657" r:id="rId7"/>
  </p:sldLayoutIdLst>
  <p:transition spd="med">
    <p:fade/>
  </p:transition>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77"/>
        <p:cNvGrpSpPr/>
        <p:nvPr/>
      </p:nvGrpSpPr>
      <p:grpSpPr>
        <a:xfrm>
          <a:off x="0" y="0"/>
          <a:ext cx="0" cy="0"/>
          <a:chOff x="0" y="0"/>
          <a:chExt cx="0" cy="0"/>
        </a:xfrm>
      </p:grpSpPr>
      <p:sp>
        <p:nvSpPr>
          <p:cNvPr id="78" name="Google Shape;78;p11"/>
          <p:cNvSpPr txBox="1"/>
          <p:nvPr userDrawn="1"/>
        </p:nvSpPr>
        <p:spPr>
          <a:xfrm>
            <a:off x="0" y="0"/>
            <a:ext cx="12192000" cy="68580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Palatino Linotype"/>
              <a:ea typeface="Palatino Linotype"/>
              <a:cs typeface="Palatino Linotype"/>
              <a:sym typeface="Palatino Linotype"/>
            </a:endParaRPr>
          </a:p>
        </p:txBody>
      </p:sp>
      <p:sp>
        <p:nvSpPr>
          <p:cNvPr id="79" name="Google Shape;79;p11"/>
          <p:cNvSpPr/>
          <p:nvPr userDrawn="1"/>
        </p:nvSpPr>
        <p:spPr>
          <a:xfrm>
            <a:off x="87084" y="69756"/>
            <a:ext cx="12017700" cy="6692100"/>
          </a:xfrm>
          <a:prstGeom prst="roundRect">
            <a:avLst>
              <a:gd name="adj" fmla="val 4929"/>
            </a:avLst>
          </a:prstGeom>
          <a:solidFill>
            <a:schemeClr val="lt1"/>
          </a:solidFill>
          <a:ln w="9525" cap="sq"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Palatino Linotype"/>
              <a:buNone/>
            </a:pPr>
            <a:endParaRPr sz="1800" b="0" i="0" u="none" strike="noStrike" cap="none">
              <a:solidFill>
                <a:schemeClr val="lt1"/>
              </a:solidFill>
              <a:latin typeface="Palatino Linotype"/>
              <a:ea typeface="Palatino Linotype"/>
              <a:cs typeface="Palatino Linotype"/>
              <a:sym typeface="Palatino Linotype"/>
            </a:endParaRPr>
          </a:p>
        </p:txBody>
      </p:sp>
      <p:sp>
        <p:nvSpPr>
          <p:cNvPr id="80" name="Google Shape;80;p11"/>
          <p:cNvSpPr txBox="1"/>
          <p:nvPr userDrawn="1"/>
        </p:nvSpPr>
        <p:spPr>
          <a:xfrm rot="10800000" flipH="1">
            <a:off x="92075" y="2376462"/>
            <a:ext cx="12018900" cy="9210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Palatino Linotype"/>
              <a:ea typeface="Palatino Linotype"/>
              <a:cs typeface="Palatino Linotype"/>
              <a:sym typeface="Palatino Linotype"/>
            </a:endParaRPr>
          </a:p>
        </p:txBody>
      </p:sp>
      <p:sp>
        <p:nvSpPr>
          <p:cNvPr id="81" name="Google Shape;81;p11"/>
          <p:cNvSpPr txBox="1"/>
          <p:nvPr userDrawn="1"/>
        </p:nvSpPr>
        <p:spPr>
          <a:xfrm>
            <a:off x="92075" y="2341562"/>
            <a:ext cx="12018900" cy="45900"/>
          </a:xfrm>
          <a:prstGeom prst="rect">
            <a:avLst/>
          </a:prstGeom>
          <a:solidFill>
            <a:srgbClr val="B1B8D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Palatino Linotype"/>
              <a:ea typeface="Palatino Linotype"/>
              <a:cs typeface="Palatino Linotype"/>
              <a:sym typeface="Palatino Linotype"/>
            </a:endParaRPr>
          </a:p>
        </p:txBody>
      </p:sp>
      <p:sp>
        <p:nvSpPr>
          <p:cNvPr id="82" name="Google Shape;82;p11"/>
          <p:cNvSpPr txBox="1"/>
          <p:nvPr userDrawn="1"/>
        </p:nvSpPr>
        <p:spPr>
          <a:xfrm>
            <a:off x="90487" y="2468562"/>
            <a:ext cx="12020700" cy="45900"/>
          </a:xfrm>
          <a:prstGeom prst="rect">
            <a:avLst/>
          </a:prstGeom>
          <a:solidFill>
            <a:srgbClr val="5AA2AE"/>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Palatino Linotype"/>
              <a:ea typeface="Palatino Linotype"/>
              <a:cs typeface="Palatino Linotype"/>
              <a:sym typeface="Palatino Linotype"/>
            </a:endParaRPr>
          </a:p>
        </p:txBody>
      </p:sp>
      <p:sp>
        <p:nvSpPr>
          <p:cNvPr id="83" name="Google Shape;83;p11"/>
          <p:cNvSpPr txBox="1">
            <a:spLocks noGrp="1"/>
          </p:cNvSpPr>
          <p:nvPr>
            <p:ph type="body" idx="1"/>
          </p:nvPr>
        </p:nvSpPr>
        <p:spPr>
          <a:xfrm>
            <a:off x="1219200" y="1447800"/>
            <a:ext cx="10363200" cy="4572000"/>
          </a:xfrm>
          <a:prstGeom prst="rect">
            <a:avLst/>
          </a:prstGeom>
          <a:noFill/>
          <a:ln>
            <a:noFill/>
          </a:ln>
        </p:spPr>
        <p:txBody>
          <a:bodyPr spcFirstLastPara="1" wrap="square" lIns="91425" tIns="45700" rIns="91425" bIns="45700" anchor="t" anchorCtr="0">
            <a:noAutofit/>
          </a:bodyPr>
          <a:lstStyle>
            <a:lvl1pPr marL="457200" marR="0" lvl="0" indent="-368935" algn="l" rtl="0">
              <a:spcBef>
                <a:spcPts val="575"/>
              </a:spcBef>
              <a:spcAft>
                <a:spcPts val="0"/>
              </a:spcAft>
              <a:buClr>
                <a:schemeClr val="accent1"/>
              </a:buClr>
              <a:buSzPts val="2210"/>
              <a:buFont typeface="Noto Sans Symbols"/>
              <a:buChar char="⚫"/>
              <a:defRPr sz="2600" b="0" i="0" u="none" strike="noStrike" cap="none">
                <a:solidFill>
                  <a:schemeClr val="dk1"/>
                </a:solidFill>
                <a:latin typeface="Palatino Linotype"/>
                <a:ea typeface="Palatino Linotype"/>
                <a:cs typeface="Palatino Linotype"/>
                <a:sym typeface="Palatino Linotype"/>
              </a:defRPr>
            </a:lvl1pPr>
            <a:lvl2pPr marL="914400" marR="0" lvl="1" indent="-358140" algn="l" rtl="0">
              <a:spcBef>
                <a:spcPts val="375"/>
              </a:spcBef>
              <a:spcAft>
                <a:spcPts val="0"/>
              </a:spcAft>
              <a:buClr>
                <a:schemeClr val="accent2"/>
              </a:buClr>
              <a:buSzPts val="2040"/>
              <a:buFont typeface="Noto Sans Symbols"/>
              <a:buChar char="⚫"/>
              <a:defRPr sz="2400" b="0" i="0" u="none" strike="noStrike" cap="none">
                <a:solidFill>
                  <a:schemeClr val="dk1"/>
                </a:solidFill>
                <a:latin typeface="Palatino Linotype"/>
                <a:ea typeface="Palatino Linotype"/>
                <a:cs typeface="Palatino Linotype"/>
                <a:sym typeface="Palatino Linotype"/>
              </a:defRPr>
            </a:lvl2pPr>
            <a:lvl3pPr marL="1371600" marR="0" lvl="2" indent="-336550" algn="l" rtl="0">
              <a:spcBef>
                <a:spcPts val="375"/>
              </a:spcBef>
              <a:spcAft>
                <a:spcPts val="0"/>
              </a:spcAft>
              <a:buClr>
                <a:srgbClr val="B1B8D2"/>
              </a:buClr>
              <a:buSzPts val="1700"/>
              <a:buFont typeface="Noto Sans Symbols"/>
              <a:buChar char="⚫"/>
              <a:defRPr sz="2000" b="0" i="0" u="none" strike="noStrike" cap="none">
                <a:solidFill>
                  <a:schemeClr val="dk1"/>
                </a:solidFill>
                <a:latin typeface="Palatino Linotype"/>
                <a:ea typeface="Palatino Linotype"/>
                <a:cs typeface="Palatino Linotype"/>
                <a:sym typeface="Palatino Linotype"/>
              </a:defRPr>
            </a:lvl3pPr>
            <a:lvl4pPr marL="1828800" marR="0" lvl="3" indent="-330200" algn="l" rtl="0">
              <a:spcBef>
                <a:spcPts val="375"/>
              </a:spcBef>
              <a:spcAft>
                <a:spcPts val="0"/>
              </a:spcAft>
              <a:buClr>
                <a:srgbClr val="297FD5"/>
              </a:buClr>
              <a:buSzPts val="1600"/>
              <a:buFont typeface="Noto Sans Symbols"/>
              <a:buChar char="⚫"/>
              <a:defRPr sz="2000" b="0" i="0" u="none" strike="noStrike" cap="none">
                <a:solidFill>
                  <a:schemeClr val="dk1"/>
                </a:solidFill>
                <a:latin typeface="Palatino Linotype"/>
                <a:ea typeface="Palatino Linotype"/>
                <a:cs typeface="Palatino Linotype"/>
                <a:sym typeface="Palatino Linotype"/>
              </a:defRPr>
            </a:lvl4pPr>
            <a:lvl5pPr marL="2286000" marR="0" lvl="4" indent="-355600" algn="l" rtl="0">
              <a:spcBef>
                <a:spcPts val="375"/>
              </a:spcBef>
              <a:spcAft>
                <a:spcPts val="0"/>
              </a:spcAft>
              <a:buClr>
                <a:srgbClr val="297FD5"/>
              </a:buClr>
              <a:buSzPts val="2000"/>
              <a:buFont typeface="Arial" panose="020B0604020202090204"/>
              <a:buChar char="•"/>
              <a:defRPr sz="2000" b="0" i="0" u="none" strike="noStrike" cap="none">
                <a:solidFill>
                  <a:schemeClr val="dk1"/>
                </a:solidFill>
                <a:latin typeface="Palatino Linotype"/>
                <a:ea typeface="Palatino Linotype"/>
                <a:cs typeface="Palatino Linotype"/>
                <a:sym typeface="Palatino Linotype"/>
              </a:defRPr>
            </a:lvl5pPr>
            <a:lvl6pPr marL="2743200" marR="0" lvl="5" indent="-342900" algn="l" rtl="0">
              <a:spcBef>
                <a:spcPts val="370"/>
              </a:spcBef>
              <a:spcAft>
                <a:spcPts val="0"/>
              </a:spcAft>
              <a:buClr>
                <a:schemeClr val="accent3"/>
              </a:buClr>
              <a:buSzPts val="1800"/>
              <a:buFont typeface="Palatino Linotype"/>
              <a:buChar char="•"/>
              <a:defRPr sz="1800" b="0" i="0" u="none" strike="noStrike" cap="none">
                <a:solidFill>
                  <a:schemeClr val="dk1"/>
                </a:solidFill>
                <a:latin typeface="Palatino Linotype"/>
                <a:ea typeface="Palatino Linotype"/>
                <a:cs typeface="Palatino Linotype"/>
                <a:sym typeface="Palatino Linotype"/>
              </a:defRPr>
            </a:lvl6pPr>
            <a:lvl7pPr marL="3200400" marR="0" lvl="6" indent="-342900" algn="l" rtl="0">
              <a:spcBef>
                <a:spcPts val="370"/>
              </a:spcBef>
              <a:spcAft>
                <a:spcPts val="0"/>
              </a:spcAft>
              <a:buClr>
                <a:schemeClr val="accent2"/>
              </a:buClr>
              <a:buSzPts val="1800"/>
              <a:buFont typeface="Palatino Linotype"/>
              <a:buChar char="•"/>
              <a:defRPr sz="1800" b="0" i="0" u="none" strike="noStrike" cap="none">
                <a:solidFill>
                  <a:schemeClr val="dk1"/>
                </a:solidFill>
                <a:latin typeface="Palatino Linotype"/>
                <a:ea typeface="Palatino Linotype"/>
                <a:cs typeface="Palatino Linotype"/>
                <a:sym typeface="Palatino Linotype"/>
              </a:defRPr>
            </a:lvl7pPr>
            <a:lvl8pPr marL="3657600" marR="0" lvl="7" indent="-342900" algn="l" rtl="0">
              <a:spcBef>
                <a:spcPts val="370"/>
              </a:spcBef>
              <a:spcAft>
                <a:spcPts val="0"/>
              </a:spcAft>
              <a:buClr>
                <a:srgbClr val="AFB7D2"/>
              </a:buClr>
              <a:buSzPts val="1800"/>
              <a:buFont typeface="Palatino Linotype"/>
              <a:buChar char="•"/>
              <a:defRPr sz="1800" b="0" i="0" u="none" strike="noStrike" cap="none">
                <a:solidFill>
                  <a:schemeClr val="dk1"/>
                </a:solidFill>
                <a:latin typeface="Palatino Linotype"/>
                <a:ea typeface="Palatino Linotype"/>
                <a:cs typeface="Palatino Linotype"/>
                <a:sym typeface="Palatino Linotype"/>
              </a:defRPr>
            </a:lvl8pPr>
            <a:lvl9pPr marL="4114800" marR="0" lvl="8" indent="-342900" algn="l" rtl="0">
              <a:spcBef>
                <a:spcPts val="370"/>
              </a:spcBef>
              <a:spcAft>
                <a:spcPts val="0"/>
              </a:spcAft>
              <a:buClr>
                <a:srgbClr val="B5CBE5"/>
              </a:buClr>
              <a:buSzPts val="1800"/>
              <a:buFont typeface="Palatino Linotype"/>
              <a:buChar char="•"/>
              <a:defRPr sz="1800" b="0" i="0" u="none" strike="noStrike" cap="none">
                <a:solidFill>
                  <a:schemeClr val="dk1"/>
                </a:solidFill>
                <a:latin typeface="Palatino Linotype"/>
                <a:ea typeface="Palatino Linotype"/>
                <a:cs typeface="Palatino Linotype"/>
                <a:sym typeface="Palatino Linotype"/>
              </a:defRPr>
            </a:lvl9pPr>
          </a:lstStyle>
          <a:p>
            <a:endParaRPr/>
          </a:p>
        </p:txBody>
      </p:sp>
      <p:sp>
        <p:nvSpPr>
          <p:cNvPr id="84" name="Google Shape;84;p11"/>
          <p:cNvSpPr txBox="1">
            <a:spLocks noGrp="1"/>
          </p:cNvSpPr>
          <p:nvPr>
            <p:ph type="title"/>
          </p:nvPr>
        </p:nvSpPr>
        <p:spPr>
          <a:xfrm>
            <a:off x="1219200" y="274637"/>
            <a:ext cx="10363200" cy="1143000"/>
          </a:xfrm>
          <a:prstGeom prst="rect">
            <a:avLst/>
          </a:prstGeom>
          <a:noFill/>
          <a:ln>
            <a:noFill/>
          </a:ln>
        </p:spPr>
        <p:txBody>
          <a:bodyPr spcFirstLastPara="1" wrap="square" lIns="91425" tIns="45700" rIns="91425" bIns="91425" anchor="b" anchorCtr="0">
            <a:noAutofit/>
          </a:bodyPr>
          <a:lstStyle>
            <a:lvl1pPr marR="0" lvl="0" algn="l" rtl="0">
              <a:spcBef>
                <a:spcPts val="0"/>
              </a:spcBef>
              <a:spcAft>
                <a:spcPts val="0"/>
              </a:spcAft>
              <a:buSzPts val="1400"/>
              <a:buNone/>
              <a:defRPr sz="4000" b="0" i="0" u="none" strike="noStrike" cap="none">
                <a:solidFill>
                  <a:schemeClr val="dk2"/>
                </a:solidFill>
                <a:latin typeface="Century Gothic"/>
                <a:ea typeface="Century Gothic"/>
                <a:cs typeface="Century Gothic"/>
                <a:sym typeface="Century Gothic"/>
              </a:defRPr>
            </a:lvl1pPr>
            <a:lvl2pPr marR="0" lvl="1" algn="l" rtl="0">
              <a:spcBef>
                <a:spcPts val="0"/>
              </a:spcBef>
              <a:spcAft>
                <a:spcPts val="0"/>
              </a:spcAft>
              <a:buSzPts val="1400"/>
              <a:buNone/>
              <a:defRPr sz="4000" b="0" i="0" u="none" strike="noStrike" cap="none">
                <a:solidFill>
                  <a:schemeClr val="dk2"/>
                </a:solidFill>
                <a:latin typeface="Century Gothic"/>
                <a:ea typeface="Century Gothic"/>
                <a:cs typeface="Century Gothic"/>
                <a:sym typeface="Century Gothic"/>
              </a:defRPr>
            </a:lvl2pPr>
            <a:lvl3pPr marR="0" lvl="2" algn="l" rtl="0">
              <a:spcBef>
                <a:spcPts val="0"/>
              </a:spcBef>
              <a:spcAft>
                <a:spcPts val="0"/>
              </a:spcAft>
              <a:buSzPts val="1400"/>
              <a:buNone/>
              <a:defRPr sz="4000" b="0" i="0" u="none" strike="noStrike" cap="none">
                <a:solidFill>
                  <a:schemeClr val="dk2"/>
                </a:solidFill>
                <a:latin typeface="Century Gothic"/>
                <a:ea typeface="Century Gothic"/>
                <a:cs typeface="Century Gothic"/>
                <a:sym typeface="Century Gothic"/>
              </a:defRPr>
            </a:lvl3pPr>
            <a:lvl4pPr marR="0" lvl="3" algn="l" rtl="0">
              <a:spcBef>
                <a:spcPts val="0"/>
              </a:spcBef>
              <a:spcAft>
                <a:spcPts val="0"/>
              </a:spcAft>
              <a:buSzPts val="1400"/>
              <a:buNone/>
              <a:defRPr sz="4000" b="0" i="0" u="none" strike="noStrike" cap="none">
                <a:solidFill>
                  <a:schemeClr val="dk2"/>
                </a:solidFill>
                <a:latin typeface="Century Gothic"/>
                <a:ea typeface="Century Gothic"/>
                <a:cs typeface="Century Gothic"/>
                <a:sym typeface="Century Gothic"/>
              </a:defRPr>
            </a:lvl4pPr>
            <a:lvl5pPr marR="0" lvl="4" algn="l" rtl="0">
              <a:spcBef>
                <a:spcPts val="0"/>
              </a:spcBef>
              <a:spcAft>
                <a:spcPts val="0"/>
              </a:spcAft>
              <a:buSzPts val="1400"/>
              <a:buNone/>
              <a:defRPr sz="4000" b="0" i="0" u="none" strike="noStrike" cap="none">
                <a:solidFill>
                  <a:schemeClr val="dk2"/>
                </a:solidFill>
                <a:latin typeface="Century Gothic"/>
                <a:ea typeface="Century Gothic"/>
                <a:cs typeface="Century Gothic"/>
                <a:sym typeface="Century Gothic"/>
              </a:defRPr>
            </a:lvl5pPr>
            <a:lvl6pPr marR="0" lvl="5" algn="l" rtl="0">
              <a:spcBef>
                <a:spcPts val="0"/>
              </a:spcBef>
              <a:spcAft>
                <a:spcPts val="0"/>
              </a:spcAft>
              <a:buSzPts val="1400"/>
              <a:buNone/>
              <a:defRPr sz="4000" b="0" i="0" u="none" strike="noStrike" cap="none">
                <a:solidFill>
                  <a:schemeClr val="dk2"/>
                </a:solidFill>
                <a:latin typeface="Century Gothic"/>
                <a:ea typeface="Century Gothic"/>
                <a:cs typeface="Century Gothic"/>
                <a:sym typeface="Century Gothic"/>
              </a:defRPr>
            </a:lvl6pPr>
            <a:lvl7pPr marR="0" lvl="6" algn="l" rtl="0">
              <a:spcBef>
                <a:spcPts val="0"/>
              </a:spcBef>
              <a:spcAft>
                <a:spcPts val="0"/>
              </a:spcAft>
              <a:buSzPts val="1400"/>
              <a:buNone/>
              <a:defRPr sz="4000" b="0" i="0" u="none" strike="noStrike" cap="none">
                <a:solidFill>
                  <a:schemeClr val="dk2"/>
                </a:solidFill>
                <a:latin typeface="Century Gothic"/>
                <a:ea typeface="Century Gothic"/>
                <a:cs typeface="Century Gothic"/>
                <a:sym typeface="Century Gothic"/>
              </a:defRPr>
            </a:lvl7pPr>
            <a:lvl8pPr marR="0" lvl="7" algn="l" rtl="0">
              <a:spcBef>
                <a:spcPts val="0"/>
              </a:spcBef>
              <a:spcAft>
                <a:spcPts val="0"/>
              </a:spcAft>
              <a:buSzPts val="1400"/>
              <a:buNone/>
              <a:defRPr sz="4000" b="0" i="0" u="none" strike="noStrike" cap="none">
                <a:solidFill>
                  <a:schemeClr val="dk2"/>
                </a:solidFill>
                <a:latin typeface="Century Gothic"/>
                <a:ea typeface="Century Gothic"/>
                <a:cs typeface="Century Gothic"/>
                <a:sym typeface="Century Gothic"/>
              </a:defRPr>
            </a:lvl8pPr>
            <a:lvl9pPr marR="0" lvl="8" algn="l" rtl="0">
              <a:spcBef>
                <a:spcPts val="0"/>
              </a:spcBef>
              <a:spcAft>
                <a:spcPts val="0"/>
              </a:spcAft>
              <a:buSzPts val="1400"/>
              <a:buNone/>
              <a:defRPr sz="4000" b="0" i="0" u="none" strike="noStrike" cap="none">
                <a:solidFill>
                  <a:schemeClr val="dk2"/>
                </a:solidFill>
                <a:latin typeface="Century Gothic"/>
                <a:ea typeface="Century Gothic"/>
                <a:cs typeface="Century Gothic"/>
                <a:sym typeface="Century Gothic"/>
              </a:defRPr>
            </a:lvl9pPr>
          </a:lstStyle>
          <a:p>
            <a:endParaRPr/>
          </a:p>
        </p:txBody>
      </p:sp>
      <p:sp>
        <p:nvSpPr>
          <p:cNvPr id="87" name="Google Shape;87;p11"/>
          <p:cNvSpPr>
            <a:spLocks noGrp="1"/>
          </p:cNvSpPr>
          <p:nvPr>
            <p:ph type="sldNum" idx="12"/>
          </p:nvPr>
        </p:nvSpPr>
        <p:spPr>
          <a:xfrm>
            <a:off x="195262" y="6208712"/>
            <a:ext cx="609600" cy="457200"/>
          </a:xfrm>
          <a:prstGeom prst="ellipse">
            <a:avLst/>
          </a:prstGeom>
          <a:solidFill>
            <a:srgbClr val="0E58C4"/>
          </a:solidFill>
          <a:ln w="9525" cap="flat" cmpd="sng">
            <a:solidFill>
              <a:srgbClr val="0E58C4"/>
            </a:solidFill>
            <a:prstDash val="solid"/>
            <a:miter lim="800000"/>
            <a:headEnd type="none" w="sm" len="sm"/>
            <a:tailEnd type="none" w="sm" len="sm"/>
          </a:ln>
        </p:spPr>
        <p:txBody>
          <a:bodyPr spcFirstLastPara="1" wrap="square" lIns="0" tIns="0" rIns="0" bIns="0" anchor="ctr" anchorCtr="1">
            <a:noAutofit/>
          </a:bodyPr>
          <a:lstStyle>
            <a:lvl1pPr marL="0" marR="0" lvl="0" indent="0" algn="ctr" rtl="0">
              <a:lnSpc>
                <a:spcPct val="100000"/>
              </a:lnSpc>
              <a:spcBef>
                <a:spcPts val="0"/>
              </a:spcBef>
              <a:spcAft>
                <a:spcPts val="0"/>
              </a:spcAft>
              <a:buClr>
                <a:schemeClr val="lt1"/>
              </a:buClr>
              <a:buSzPts val="1400"/>
              <a:buFont typeface="Century Gothic"/>
              <a:buNone/>
              <a:defRPr sz="1400" b="0" i="0" u="none">
                <a:solidFill>
                  <a:schemeClr val="lt1"/>
                </a:solidFill>
                <a:latin typeface="Century Gothic"/>
                <a:ea typeface="Century Gothic"/>
                <a:cs typeface="Century Gothic"/>
                <a:sym typeface="Century Gothic"/>
              </a:defRPr>
            </a:lvl1pPr>
            <a:lvl2pPr marL="0" marR="0" lvl="1" indent="0" algn="ctr" rtl="0">
              <a:lnSpc>
                <a:spcPct val="100000"/>
              </a:lnSpc>
              <a:spcBef>
                <a:spcPts val="0"/>
              </a:spcBef>
              <a:spcAft>
                <a:spcPts val="0"/>
              </a:spcAft>
              <a:buClr>
                <a:schemeClr val="lt1"/>
              </a:buClr>
              <a:buSzPts val="1400"/>
              <a:buFont typeface="Century Gothic"/>
              <a:buNone/>
              <a:defRPr sz="1400" b="0" i="0" u="none">
                <a:solidFill>
                  <a:schemeClr val="lt1"/>
                </a:solidFill>
                <a:latin typeface="Century Gothic"/>
                <a:ea typeface="Century Gothic"/>
                <a:cs typeface="Century Gothic"/>
                <a:sym typeface="Century Gothic"/>
              </a:defRPr>
            </a:lvl2pPr>
            <a:lvl3pPr marL="0" marR="0" lvl="2" indent="0" algn="ctr" rtl="0">
              <a:lnSpc>
                <a:spcPct val="100000"/>
              </a:lnSpc>
              <a:spcBef>
                <a:spcPts val="0"/>
              </a:spcBef>
              <a:spcAft>
                <a:spcPts val="0"/>
              </a:spcAft>
              <a:buClr>
                <a:schemeClr val="lt1"/>
              </a:buClr>
              <a:buSzPts val="1400"/>
              <a:buFont typeface="Century Gothic"/>
              <a:buNone/>
              <a:defRPr sz="1400" b="0" i="0" u="none">
                <a:solidFill>
                  <a:schemeClr val="lt1"/>
                </a:solidFill>
                <a:latin typeface="Century Gothic"/>
                <a:ea typeface="Century Gothic"/>
                <a:cs typeface="Century Gothic"/>
                <a:sym typeface="Century Gothic"/>
              </a:defRPr>
            </a:lvl3pPr>
            <a:lvl4pPr marL="0" marR="0" lvl="3" indent="0" algn="ctr" rtl="0">
              <a:lnSpc>
                <a:spcPct val="100000"/>
              </a:lnSpc>
              <a:spcBef>
                <a:spcPts val="0"/>
              </a:spcBef>
              <a:spcAft>
                <a:spcPts val="0"/>
              </a:spcAft>
              <a:buClr>
                <a:schemeClr val="lt1"/>
              </a:buClr>
              <a:buSzPts val="1400"/>
              <a:buFont typeface="Century Gothic"/>
              <a:buNone/>
              <a:defRPr sz="1400" b="0" i="0" u="none">
                <a:solidFill>
                  <a:schemeClr val="lt1"/>
                </a:solidFill>
                <a:latin typeface="Century Gothic"/>
                <a:ea typeface="Century Gothic"/>
                <a:cs typeface="Century Gothic"/>
                <a:sym typeface="Century Gothic"/>
              </a:defRPr>
            </a:lvl4pPr>
            <a:lvl5pPr marL="0" marR="0" lvl="4" indent="0" algn="ctr" rtl="0">
              <a:lnSpc>
                <a:spcPct val="100000"/>
              </a:lnSpc>
              <a:spcBef>
                <a:spcPts val="0"/>
              </a:spcBef>
              <a:spcAft>
                <a:spcPts val="0"/>
              </a:spcAft>
              <a:buClr>
                <a:schemeClr val="lt1"/>
              </a:buClr>
              <a:buSzPts val="1400"/>
              <a:buFont typeface="Century Gothic"/>
              <a:buNone/>
              <a:defRPr sz="1400" b="0" i="0" u="none">
                <a:solidFill>
                  <a:schemeClr val="lt1"/>
                </a:solidFill>
                <a:latin typeface="Century Gothic"/>
                <a:ea typeface="Century Gothic"/>
                <a:cs typeface="Century Gothic"/>
                <a:sym typeface="Century Gothic"/>
              </a:defRPr>
            </a:lvl5pPr>
            <a:lvl6pPr marL="0" marR="0" lvl="5" indent="0" algn="ctr" rtl="0">
              <a:lnSpc>
                <a:spcPct val="100000"/>
              </a:lnSpc>
              <a:spcBef>
                <a:spcPts val="0"/>
              </a:spcBef>
              <a:spcAft>
                <a:spcPts val="0"/>
              </a:spcAft>
              <a:buClr>
                <a:schemeClr val="lt1"/>
              </a:buClr>
              <a:buSzPts val="1400"/>
              <a:buFont typeface="Century Gothic"/>
              <a:buNone/>
              <a:defRPr sz="1400" b="0" i="0" u="none">
                <a:solidFill>
                  <a:schemeClr val="lt1"/>
                </a:solidFill>
                <a:latin typeface="Century Gothic"/>
                <a:ea typeface="Century Gothic"/>
                <a:cs typeface="Century Gothic"/>
                <a:sym typeface="Century Gothic"/>
              </a:defRPr>
            </a:lvl6pPr>
            <a:lvl7pPr marL="0" marR="0" lvl="6" indent="0" algn="ctr" rtl="0">
              <a:lnSpc>
                <a:spcPct val="100000"/>
              </a:lnSpc>
              <a:spcBef>
                <a:spcPts val="0"/>
              </a:spcBef>
              <a:spcAft>
                <a:spcPts val="0"/>
              </a:spcAft>
              <a:buClr>
                <a:schemeClr val="lt1"/>
              </a:buClr>
              <a:buSzPts val="1400"/>
              <a:buFont typeface="Century Gothic"/>
              <a:buNone/>
              <a:defRPr sz="1400" b="0" i="0" u="none">
                <a:solidFill>
                  <a:schemeClr val="lt1"/>
                </a:solidFill>
                <a:latin typeface="Century Gothic"/>
                <a:ea typeface="Century Gothic"/>
                <a:cs typeface="Century Gothic"/>
                <a:sym typeface="Century Gothic"/>
              </a:defRPr>
            </a:lvl7pPr>
            <a:lvl8pPr marL="0" marR="0" lvl="7" indent="0" algn="ctr" rtl="0">
              <a:lnSpc>
                <a:spcPct val="100000"/>
              </a:lnSpc>
              <a:spcBef>
                <a:spcPts val="0"/>
              </a:spcBef>
              <a:spcAft>
                <a:spcPts val="0"/>
              </a:spcAft>
              <a:buClr>
                <a:schemeClr val="lt1"/>
              </a:buClr>
              <a:buSzPts val="1400"/>
              <a:buFont typeface="Century Gothic"/>
              <a:buNone/>
              <a:defRPr sz="1400" b="0" i="0" u="none">
                <a:solidFill>
                  <a:schemeClr val="lt1"/>
                </a:solidFill>
                <a:latin typeface="Century Gothic"/>
                <a:ea typeface="Century Gothic"/>
                <a:cs typeface="Century Gothic"/>
                <a:sym typeface="Century Gothic"/>
              </a:defRPr>
            </a:lvl8pPr>
            <a:lvl9pPr marL="0" marR="0" lvl="8" indent="0" algn="ctr" rtl="0">
              <a:lnSpc>
                <a:spcPct val="100000"/>
              </a:lnSpc>
              <a:spcBef>
                <a:spcPts val="0"/>
              </a:spcBef>
              <a:spcAft>
                <a:spcPts val="0"/>
              </a:spcAft>
              <a:buClr>
                <a:schemeClr val="lt1"/>
              </a:buClr>
              <a:buSzPts val="1400"/>
              <a:buFont typeface="Century Gothic"/>
              <a:buNone/>
              <a:defRPr sz="1400" b="0" i="0" u="none">
                <a:solidFill>
                  <a:schemeClr val="lt1"/>
                </a:solidFill>
                <a:latin typeface="Century Gothic"/>
                <a:ea typeface="Century Gothic"/>
                <a:cs typeface="Century Gothic"/>
                <a:sym typeface="Century Gothic"/>
              </a:defRPr>
            </a:lvl9pPr>
          </a:lstStyle>
          <a:p>
            <a:pPr marL="0" lvl="0" indent="0" algn="ctr" rtl="0">
              <a:spcBef>
                <a:spcPts val="0"/>
              </a:spcBef>
              <a:spcAft>
                <a:spcPts val="0"/>
              </a:spcAft>
              <a:buNone/>
            </a:pPr>
            <a:fld id="{00000000-1234-1234-1234-123412341234}" type="slidenum">
              <a:rPr lang="en-US"/>
              <a:pPr marL="0" lvl="0" indent="0" algn="ctr" rtl="0">
                <a:spcBef>
                  <a:spcPts val="0"/>
                </a:spcBef>
                <a:spcAft>
                  <a:spcPts val="0"/>
                </a:spcAft>
                <a:buNone/>
              </a:pPr>
              <a:t>‹#›</a:t>
            </a:fld>
            <a:endParaRPr>
              <a:solidFill>
                <a:srgbClr val="000000"/>
              </a:solidFill>
              <a:latin typeface="Arial" panose="020B0604020202090204"/>
              <a:ea typeface="Arial" panose="020B0604020202090204"/>
              <a:cs typeface="Arial" panose="020B0604020202090204"/>
              <a:sym typeface="Arial" panose="020B0604020202090204"/>
            </a:endParaRPr>
          </a:p>
        </p:txBody>
      </p:sp>
      <p:sp>
        <p:nvSpPr>
          <p:cNvPr id="30" name="Google Shape;30;p3"/>
          <p:cNvSpPr txBox="1"/>
          <p:nvPr userDrawn="1"/>
        </p:nvSpPr>
        <p:spPr>
          <a:xfrm>
            <a:off x="1346200" y="6299200"/>
            <a:ext cx="5283300" cy="457200"/>
          </a:xfrm>
          <a:prstGeom prst="rect">
            <a:avLst/>
          </a:prstGeom>
          <a:noFill/>
          <a:ln>
            <a:noFill/>
          </a:ln>
        </p:spPr>
        <p:txBody>
          <a:bodyPr wrap="square" lIns="91425" tIns="45700" rIns="91425" bIns="45700" anchor="ctr" anchorCtr="0">
            <a:noAutofit/>
          </a:bodyPr>
          <a:lstStyle>
            <a:lvl1pPr marR="0" lvl="0" algn="l" rtl="0">
              <a:lnSpc>
                <a:spcPct val="100000"/>
              </a:lnSpc>
              <a:spcBef>
                <a:spcPts val="0"/>
              </a:spcBef>
              <a:spcAft>
                <a:spcPts val="0"/>
              </a:spcAft>
              <a:buSzPts val="1400"/>
              <a:buNone/>
              <a:defRPr sz="1400" b="0" i="0" u="none">
                <a:solidFill>
                  <a:schemeClr val="dk2"/>
                </a:solidFill>
                <a:latin typeface="Palatino Linotype"/>
                <a:ea typeface="Palatino Linotype"/>
                <a:cs typeface="Palatino Linotype"/>
                <a:sym typeface="Palatino Linotype"/>
              </a:defRPr>
            </a:lvl1pPr>
            <a:lvl2pPr marR="0" lvl="1" algn="l" rtl="0">
              <a:lnSpc>
                <a:spcPct val="100000"/>
              </a:lnSpc>
              <a:spcBef>
                <a:spcPts val="0"/>
              </a:spcBef>
              <a:spcAft>
                <a:spcPts val="0"/>
              </a:spcAft>
              <a:buSzPts val="1400"/>
              <a:buNone/>
              <a:defRPr sz="1800" b="0" i="0" u="none" strike="noStrike" cap="none">
                <a:solidFill>
                  <a:schemeClr val="dk1"/>
                </a:solidFill>
                <a:latin typeface="Palatino Linotype"/>
                <a:ea typeface="Palatino Linotype"/>
                <a:cs typeface="Palatino Linotype"/>
                <a:sym typeface="Palatino Linotype"/>
              </a:defRPr>
            </a:lvl2pPr>
            <a:lvl3pPr marR="0" lvl="2" algn="l" rtl="0">
              <a:lnSpc>
                <a:spcPct val="100000"/>
              </a:lnSpc>
              <a:spcBef>
                <a:spcPts val="0"/>
              </a:spcBef>
              <a:spcAft>
                <a:spcPts val="0"/>
              </a:spcAft>
              <a:buSzPts val="1400"/>
              <a:buNone/>
              <a:defRPr sz="1800" b="0" i="0" u="none" strike="noStrike" cap="none">
                <a:solidFill>
                  <a:schemeClr val="dk1"/>
                </a:solidFill>
                <a:latin typeface="Palatino Linotype"/>
                <a:ea typeface="Palatino Linotype"/>
                <a:cs typeface="Palatino Linotype"/>
                <a:sym typeface="Palatino Linotype"/>
              </a:defRPr>
            </a:lvl3pPr>
            <a:lvl4pPr marR="0" lvl="3" algn="l" rtl="0">
              <a:lnSpc>
                <a:spcPct val="100000"/>
              </a:lnSpc>
              <a:spcBef>
                <a:spcPts val="0"/>
              </a:spcBef>
              <a:spcAft>
                <a:spcPts val="0"/>
              </a:spcAft>
              <a:buSzPts val="1400"/>
              <a:buNone/>
              <a:defRPr sz="1800" b="0" i="0" u="none" strike="noStrike" cap="none">
                <a:solidFill>
                  <a:schemeClr val="dk1"/>
                </a:solidFill>
                <a:latin typeface="Palatino Linotype"/>
                <a:ea typeface="Palatino Linotype"/>
                <a:cs typeface="Palatino Linotype"/>
                <a:sym typeface="Palatino Linotype"/>
              </a:defRPr>
            </a:lvl4pPr>
            <a:lvl5pPr marR="0" lvl="4" algn="l" rtl="0">
              <a:lnSpc>
                <a:spcPct val="100000"/>
              </a:lnSpc>
              <a:spcBef>
                <a:spcPts val="0"/>
              </a:spcBef>
              <a:spcAft>
                <a:spcPts val="0"/>
              </a:spcAft>
              <a:buSzPts val="1400"/>
              <a:buNone/>
              <a:defRPr sz="1800" b="0" i="0" u="none" strike="noStrike" cap="none">
                <a:solidFill>
                  <a:schemeClr val="dk1"/>
                </a:solidFill>
                <a:latin typeface="Palatino Linotype"/>
                <a:ea typeface="Palatino Linotype"/>
                <a:cs typeface="Palatino Linotype"/>
                <a:sym typeface="Palatino Linotype"/>
              </a:defRPr>
            </a:lvl5pPr>
            <a:lvl6pPr marR="0" lvl="5" algn="l" rtl="0">
              <a:lnSpc>
                <a:spcPct val="100000"/>
              </a:lnSpc>
              <a:spcBef>
                <a:spcPts val="0"/>
              </a:spcBef>
              <a:spcAft>
                <a:spcPts val="0"/>
              </a:spcAft>
              <a:buSzPts val="1400"/>
              <a:buNone/>
              <a:defRPr sz="1800" b="0" i="0" u="none" strike="noStrike" cap="none">
                <a:solidFill>
                  <a:schemeClr val="dk1"/>
                </a:solidFill>
                <a:latin typeface="Palatino Linotype"/>
                <a:ea typeface="Palatino Linotype"/>
                <a:cs typeface="Palatino Linotype"/>
                <a:sym typeface="Palatino Linotype"/>
              </a:defRPr>
            </a:lvl6pPr>
            <a:lvl7pPr marR="0" lvl="6" algn="l" rtl="0">
              <a:lnSpc>
                <a:spcPct val="100000"/>
              </a:lnSpc>
              <a:spcBef>
                <a:spcPts val="0"/>
              </a:spcBef>
              <a:spcAft>
                <a:spcPts val="0"/>
              </a:spcAft>
              <a:buSzPts val="1400"/>
              <a:buNone/>
              <a:defRPr sz="1800" b="0" i="0" u="none" strike="noStrike" cap="none">
                <a:solidFill>
                  <a:schemeClr val="dk1"/>
                </a:solidFill>
                <a:latin typeface="Palatino Linotype"/>
                <a:ea typeface="Palatino Linotype"/>
                <a:cs typeface="Palatino Linotype"/>
                <a:sym typeface="Palatino Linotype"/>
              </a:defRPr>
            </a:lvl7pPr>
            <a:lvl8pPr marR="0" lvl="7" algn="l" rtl="0">
              <a:lnSpc>
                <a:spcPct val="100000"/>
              </a:lnSpc>
              <a:spcBef>
                <a:spcPts val="0"/>
              </a:spcBef>
              <a:spcAft>
                <a:spcPts val="0"/>
              </a:spcAft>
              <a:buSzPts val="1400"/>
              <a:buNone/>
              <a:defRPr sz="1800" b="0" i="0" u="none" strike="noStrike" cap="none">
                <a:solidFill>
                  <a:schemeClr val="dk1"/>
                </a:solidFill>
                <a:latin typeface="Palatino Linotype"/>
                <a:ea typeface="Palatino Linotype"/>
                <a:cs typeface="Palatino Linotype"/>
                <a:sym typeface="Palatino Linotype"/>
              </a:defRPr>
            </a:lvl8pPr>
            <a:lvl9pPr marR="0" lvl="8" algn="l" rtl="0">
              <a:lnSpc>
                <a:spcPct val="100000"/>
              </a:lnSpc>
              <a:spcBef>
                <a:spcPts val="0"/>
              </a:spcBef>
              <a:spcAft>
                <a:spcPts val="0"/>
              </a:spcAft>
              <a:buSzPts val="1400"/>
              <a:buNone/>
              <a:defRPr sz="1800" b="0" i="0" u="none" strike="noStrike" cap="none">
                <a:solidFill>
                  <a:schemeClr val="dk1"/>
                </a:solidFill>
                <a:latin typeface="Palatino Linotype"/>
                <a:ea typeface="Palatino Linotype"/>
                <a:cs typeface="Palatino Linotype"/>
                <a:sym typeface="Palatino Linotype"/>
              </a:defRPr>
            </a:lvl9pPr>
          </a:lstStyle>
          <a:p>
            <a:r>
              <a:rPr lang="en-US"/>
              <a:t>First Review</a:t>
            </a:r>
          </a:p>
        </p:txBody>
      </p:sp>
    </p:spTree>
  </p:cSld>
  <p:clrMap bg1="lt1" tx1="dk1" bg2="dk2" tx2="lt2" accent1="accent1" accent2="accent2" accent3="accent3" accent4="accent4" accent5="accent5" accent6="accent6" hlink="hlink" folHlink="folHlink"/>
  <p:sldLayoutIdLst>
    <p:sldLayoutId id="2147483659" r:id="rId1"/>
  </p:sldLayoutIdLst>
  <p:transition spd="med">
    <p:fade/>
  </p:transition>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4"/>
        <p:cNvGrpSpPr/>
        <p:nvPr/>
      </p:nvGrpSpPr>
      <p:grpSpPr>
        <a:xfrm>
          <a:off x="0" y="0"/>
          <a:ext cx="0" cy="0"/>
          <a:chOff x="0" y="0"/>
          <a:chExt cx="0" cy="0"/>
        </a:xfrm>
      </p:grpSpPr>
      <p:sp>
        <p:nvSpPr>
          <p:cNvPr id="95" name="Google Shape;95;p13"/>
          <p:cNvSpPr/>
          <p:nvPr userDrawn="1"/>
        </p:nvSpPr>
        <p:spPr>
          <a:xfrm>
            <a:off x="87312" y="69850"/>
            <a:ext cx="12017400" cy="6693000"/>
          </a:xfrm>
          <a:prstGeom prst="roundRect">
            <a:avLst>
              <a:gd name="adj" fmla="val 1065"/>
            </a:avLst>
          </a:prstGeom>
          <a:solidFill>
            <a:schemeClr val="lt1"/>
          </a:solidFill>
          <a:ln w="9525" cap="sq"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Palatino Linotype"/>
              <a:ea typeface="Palatino Linotype"/>
              <a:cs typeface="Palatino Linotype"/>
              <a:sym typeface="Palatino Linotype"/>
            </a:endParaRPr>
          </a:p>
        </p:txBody>
      </p:sp>
      <p:sp>
        <p:nvSpPr>
          <p:cNvPr id="96" name="Google Shape;96;p13"/>
          <p:cNvSpPr txBox="1"/>
          <p:nvPr userDrawn="1"/>
        </p:nvSpPr>
        <p:spPr>
          <a:xfrm>
            <a:off x="0" y="0"/>
            <a:ext cx="12192000" cy="68580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Palatino Linotype"/>
              <a:ea typeface="Palatino Linotype"/>
              <a:cs typeface="Palatino Linotype"/>
              <a:sym typeface="Palatino Linotype"/>
            </a:endParaRPr>
          </a:p>
        </p:txBody>
      </p:sp>
      <p:sp>
        <p:nvSpPr>
          <p:cNvPr id="97" name="Google Shape;97;p13"/>
          <p:cNvSpPr/>
          <p:nvPr userDrawn="1"/>
        </p:nvSpPr>
        <p:spPr>
          <a:xfrm>
            <a:off x="85725" y="69850"/>
            <a:ext cx="12017400" cy="6693000"/>
          </a:xfrm>
          <a:prstGeom prst="roundRect">
            <a:avLst>
              <a:gd name="adj" fmla="val 1065"/>
            </a:avLst>
          </a:prstGeom>
          <a:solidFill>
            <a:schemeClr val="lt1"/>
          </a:solidFill>
          <a:ln w="9525" cap="sq"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Palatino Linotype"/>
              <a:ea typeface="Palatino Linotype"/>
              <a:cs typeface="Palatino Linotype"/>
              <a:sym typeface="Palatino Linotype"/>
            </a:endParaRPr>
          </a:p>
        </p:txBody>
      </p:sp>
      <p:sp>
        <p:nvSpPr>
          <p:cNvPr id="98" name="Google Shape;98;p13"/>
          <p:cNvSpPr txBox="1">
            <a:spLocks noGrp="1"/>
          </p:cNvSpPr>
          <p:nvPr>
            <p:ph type="body" idx="1"/>
          </p:nvPr>
        </p:nvSpPr>
        <p:spPr>
          <a:xfrm>
            <a:off x="1219200" y="1447800"/>
            <a:ext cx="10363200" cy="4572000"/>
          </a:xfrm>
          <a:prstGeom prst="rect">
            <a:avLst/>
          </a:prstGeom>
          <a:noFill/>
          <a:ln>
            <a:noFill/>
          </a:ln>
        </p:spPr>
        <p:txBody>
          <a:bodyPr spcFirstLastPara="1" wrap="square" lIns="91425" tIns="45700" rIns="91425" bIns="45700" anchor="t" anchorCtr="0">
            <a:noAutofit/>
          </a:bodyPr>
          <a:lstStyle>
            <a:lvl1pPr marL="457200" marR="0" lvl="0" indent="-368935" algn="l" rtl="0">
              <a:spcBef>
                <a:spcPts val="575"/>
              </a:spcBef>
              <a:spcAft>
                <a:spcPts val="0"/>
              </a:spcAft>
              <a:buClr>
                <a:schemeClr val="accent1"/>
              </a:buClr>
              <a:buSzPts val="2210"/>
              <a:buFont typeface="Noto Sans Symbols"/>
              <a:buChar char="⚫"/>
              <a:defRPr sz="2600" b="0" i="0" u="none" strike="noStrike" cap="none">
                <a:solidFill>
                  <a:schemeClr val="dk1"/>
                </a:solidFill>
                <a:latin typeface="Palatino Linotype"/>
                <a:ea typeface="Palatino Linotype"/>
                <a:cs typeface="Palatino Linotype"/>
                <a:sym typeface="Palatino Linotype"/>
              </a:defRPr>
            </a:lvl1pPr>
            <a:lvl2pPr marL="914400" marR="0" lvl="1" indent="-358140" algn="l" rtl="0">
              <a:spcBef>
                <a:spcPts val="375"/>
              </a:spcBef>
              <a:spcAft>
                <a:spcPts val="0"/>
              </a:spcAft>
              <a:buClr>
                <a:schemeClr val="accent2"/>
              </a:buClr>
              <a:buSzPts val="2040"/>
              <a:buFont typeface="Noto Sans Symbols"/>
              <a:buChar char="⚫"/>
              <a:defRPr sz="2400" b="0" i="0" u="none" strike="noStrike" cap="none">
                <a:solidFill>
                  <a:schemeClr val="dk1"/>
                </a:solidFill>
                <a:latin typeface="Palatino Linotype"/>
                <a:ea typeface="Palatino Linotype"/>
                <a:cs typeface="Palatino Linotype"/>
                <a:sym typeface="Palatino Linotype"/>
              </a:defRPr>
            </a:lvl2pPr>
            <a:lvl3pPr marL="1371600" marR="0" lvl="2" indent="-336550" algn="l" rtl="0">
              <a:spcBef>
                <a:spcPts val="375"/>
              </a:spcBef>
              <a:spcAft>
                <a:spcPts val="0"/>
              </a:spcAft>
              <a:buClr>
                <a:srgbClr val="B1B8D2"/>
              </a:buClr>
              <a:buSzPts val="1700"/>
              <a:buFont typeface="Noto Sans Symbols"/>
              <a:buChar char="⚫"/>
              <a:defRPr sz="2000" b="0" i="0" u="none" strike="noStrike" cap="none">
                <a:solidFill>
                  <a:schemeClr val="dk1"/>
                </a:solidFill>
                <a:latin typeface="Palatino Linotype"/>
                <a:ea typeface="Palatino Linotype"/>
                <a:cs typeface="Palatino Linotype"/>
                <a:sym typeface="Palatino Linotype"/>
              </a:defRPr>
            </a:lvl3pPr>
            <a:lvl4pPr marL="1828800" marR="0" lvl="3" indent="-330200" algn="l" rtl="0">
              <a:spcBef>
                <a:spcPts val="375"/>
              </a:spcBef>
              <a:spcAft>
                <a:spcPts val="0"/>
              </a:spcAft>
              <a:buClr>
                <a:srgbClr val="297FD5"/>
              </a:buClr>
              <a:buSzPts val="1600"/>
              <a:buFont typeface="Noto Sans Symbols"/>
              <a:buChar char="⚫"/>
              <a:defRPr sz="2000" b="0" i="0" u="none" strike="noStrike" cap="none">
                <a:solidFill>
                  <a:schemeClr val="dk1"/>
                </a:solidFill>
                <a:latin typeface="Palatino Linotype"/>
                <a:ea typeface="Palatino Linotype"/>
                <a:cs typeface="Palatino Linotype"/>
                <a:sym typeface="Palatino Linotype"/>
              </a:defRPr>
            </a:lvl4pPr>
            <a:lvl5pPr marL="2286000" marR="0" lvl="4" indent="-355600" algn="l" rtl="0">
              <a:spcBef>
                <a:spcPts val="375"/>
              </a:spcBef>
              <a:spcAft>
                <a:spcPts val="0"/>
              </a:spcAft>
              <a:buClr>
                <a:srgbClr val="297FD5"/>
              </a:buClr>
              <a:buSzPts val="2000"/>
              <a:buFont typeface="Arial" panose="020B0604020202090204"/>
              <a:buChar char="•"/>
              <a:defRPr sz="2000" b="0" i="0" u="none" strike="noStrike" cap="none">
                <a:solidFill>
                  <a:schemeClr val="dk1"/>
                </a:solidFill>
                <a:latin typeface="Palatino Linotype"/>
                <a:ea typeface="Palatino Linotype"/>
                <a:cs typeface="Palatino Linotype"/>
                <a:sym typeface="Palatino Linotype"/>
              </a:defRPr>
            </a:lvl5pPr>
            <a:lvl6pPr marL="2743200" marR="0" lvl="5" indent="-342900" algn="l" rtl="0">
              <a:spcBef>
                <a:spcPts val="370"/>
              </a:spcBef>
              <a:spcAft>
                <a:spcPts val="0"/>
              </a:spcAft>
              <a:buClr>
                <a:schemeClr val="accent3"/>
              </a:buClr>
              <a:buSzPts val="1800"/>
              <a:buFont typeface="Palatino Linotype"/>
              <a:buChar char="•"/>
              <a:defRPr sz="1800" b="0" i="0" u="none" strike="noStrike" cap="none">
                <a:solidFill>
                  <a:schemeClr val="dk1"/>
                </a:solidFill>
                <a:latin typeface="Palatino Linotype"/>
                <a:ea typeface="Palatino Linotype"/>
                <a:cs typeface="Palatino Linotype"/>
                <a:sym typeface="Palatino Linotype"/>
              </a:defRPr>
            </a:lvl6pPr>
            <a:lvl7pPr marL="3200400" marR="0" lvl="6" indent="-342900" algn="l" rtl="0">
              <a:spcBef>
                <a:spcPts val="370"/>
              </a:spcBef>
              <a:spcAft>
                <a:spcPts val="0"/>
              </a:spcAft>
              <a:buClr>
                <a:schemeClr val="accent2"/>
              </a:buClr>
              <a:buSzPts val="1800"/>
              <a:buFont typeface="Palatino Linotype"/>
              <a:buChar char="•"/>
              <a:defRPr sz="1800" b="0" i="0" u="none" strike="noStrike" cap="none">
                <a:solidFill>
                  <a:schemeClr val="dk1"/>
                </a:solidFill>
                <a:latin typeface="Palatino Linotype"/>
                <a:ea typeface="Palatino Linotype"/>
                <a:cs typeface="Palatino Linotype"/>
                <a:sym typeface="Palatino Linotype"/>
              </a:defRPr>
            </a:lvl7pPr>
            <a:lvl8pPr marL="3657600" marR="0" lvl="7" indent="-342900" algn="l" rtl="0">
              <a:spcBef>
                <a:spcPts val="370"/>
              </a:spcBef>
              <a:spcAft>
                <a:spcPts val="0"/>
              </a:spcAft>
              <a:buClr>
                <a:srgbClr val="AFB7D2"/>
              </a:buClr>
              <a:buSzPts val="1800"/>
              <a:buFont typeface="Palatino Linotype"/>
              <a:buChar char="•"/>
              <a:defRPr sz="1800" b="0" i="0" u="none" strike="noStrike" cap="none">
                <a:solidFill>
                  <a:schemeClr val="dk1"/>
                </a:solidFill>
                <a:latin typeface="Palatino Linotype"/>
                <a:ea typeface="Palatino Linotype"/>
                <a:cs typeface="Palatino Linotype"/>
                <a:sym typeface="Palatino Linotype"/>
              </a:defRPr>
            </a:lvl8pPr>
            <a:lvl9pPr marL="4114800" marR="0" lvl="8" indent="-342900" algn="l" rtl="0">
              <a:spcBef>
                <a:spcPts val="370"/>
              </a:spcBef>
              <a:spcAft>
                <a:spcPts val="0"/>
              </a:spcAft>
              <a:buClr>
                <a:srgbClr val="B5CBE5"/>
              </a:buClr>
              <a:buSzPts val="1800"/>
              <a:buFont typeface="Palatino Linotype"/>
              <a:buChar char="•"/>
              <a:defRPr sz="1800" b="0" i="0" u="none" strike="noStrike" cap="none">
                <a:solidFill>
                  <a:schemeClr val="dk1"/>
                </a:solidFill>
                <a:latin typeface="Palatino Linotype"/>
                <a:ea typeface="Palatino Linotype"/>
                <a:cs typeface="Palatino Linotype"/>
                <a:sym typeface="Palatino Linotype"/>
              </a:defRPr>
            </a:lvl9pPr>
          </a:lstStyle>
          <a:p>
            <a:endParaRPr/>
          </a:p>
        </p:txBody>
      </p:sp>
      <p:sp>
        <p:nvSpPr>
          <p:cNvPr id="99" name="Google Shape;99;p13"/>
          <p:cNvSpPr txBox="1">
            <a:spLocks noGrp="1"/>
          </p:cNvSpPr>
          <p:nvPr>
            <p:ph type="title"/>
          </p:nvPr>
        </p:nvSpPr>
        <p:spPr>
          <a:xfrm>
            <a:off x="1219200" y="274637"/>
            <a:ext cx="10363200" cy="1143000"/>
          </a:xfrm>
          <a:prstGeom prst="rect">
            <a:avLst/>
          </a:prstGeom>
          <a:noFill/>
          <a:ln>
            <a:noFill/>
          </a:ln>
        </p:spPr>
        <p:txBody>
          <a:bodyPr spcFirstLastPara="1" wrap="square" lIns="91425" tIns="45700" rIns="91425" bIns="91425" anchor="b" anchorCtr="0">
            <a:noAutofit/>
          </a:bodyPr>
          <a:lstStyle>
            <a:lvl1pPr marR="0" lvl="0" algn="l" rtl="0">
              <a:spcBef>
                <a:spcPts val="0"/>
              </a:spcBef>
              <a:spcAft>
                <a:spcPts val="0"/>
              </a:spcAft>
              <a:buSzPts val="1400"/>
              <a:buNone/>
              <a:defRPr sz="4000" b="0" i="0" u="none" strike="noStrike" cap="none">
                <a:solidFill>
                  <a:schemeClr val="dk2"/>
                </a:solidFill>
                <a:latin typeface="Century Gothic"/>
                <a:ea typeface="Century Gothic"/>
                <a:cs typeface="Century Gothic"/>
                <a:sym typeface="Century Gothic"/>
              </a:defRPr>
            </a:lvl1pPr>
            <a:lvl2pPr marR="0" lvl="1" algn="l" rtl="0">
              <a:spcBef>
                <a:spcPts val="0"/>
              </a:spcBef>
              <a:spcAft>
                <a:spcPts val="0"/>
              </a:spcAft>
              <a:buSzPts val="1400"/>
              <a:buNone/>
              <a:defRPr sz="4000" b="0" i="0" u="none" strike="noStrike" cap="none">
                <a:solidFill>
                  <a:schemeClr val="dk2"/>
                </a:solidFill>
                <a:latin typeface="Century Gothic"/>
                <a:ea typeface="Century Gothic"/>
                <a:cs typeface="Century Gothic"/>
                <a:sym typeface="Century Gothic"/>
              </a:defRPr>
            </a:lvl2pPr>
            <a:lvl3pPr marR="0" lvl="2" algn="l" rtl="0">
              <a:spcBef>
                <a:spcPts val="0"/>
              </a:spcBef>
              <a:spcAft>
                <a:spcPts val="0"/>
              </a:spcAft>
              <a:buSzPts val="1400"/>
              <a:buNone/>
              <a:defRPr sz="4000" b="0" i="0" u="none" strike="noStrike" cap="none">
                <a:solidFill>
                  <a:schemeClr val="dk2"/>
                </a:solidFill>
                <a:latin typeface="Century Gothic"/>
                <a:ea typeface="Century Gothic"/>
                <a:cs typeface="Century Gothic"/>
                <a:sym typeface="Century Gothic"/>
              </a:defRPr>
            </a:lvl3pPr>
            <a:lvl4pPr marR="0" lvl="3" algn="l" rtl="0">
              <a:spcBef>
                <a:spcPts val="0"/>
              </a:spcBef>
              <a:spcAft>
                <a:spcPts val="0"/>
              </a:spcAft>
              <a:buSzPts val="1400"/>
              <a:buNone/>
              <a:defRPr sz="4000" b="0" i="0" u="none" strike="noStrike" cap="none">
                <a:solidFill>
                  <a:schemeClr val="dk2"/>
                </a:solidFill>
                <a:latin typeface="Century Gothic"/>
                <a:ea typeface="Century Gothic"/>
                <a:cs typeface="Century Gothic"/>
                <a:sym typeface="Century Gothic"/>
              </a:defRPr>
            </a:lvl4pPr>
            <a:lvl5pPr marR="0" lvl="4" algn="l" rtl="0">
              <a:spcBef>
                <a:spcPts val="0"/>
              </a:spcBef>
              <a:spcAft>
                <a:spcPts val="0"/>
              </a:spcAft>
              <a:buSzPts val="1400"/>
              <a:buNone/>
              <a:defRPr sz="4000" b="0" i="0" u="none" strike="noStrike" cap="none">
                <a:solidFill>
                  <a:schemeClr val="dk2"/>
                </a:solidFill>
                <a:latin typeface="Century Gothic"/>
                <a:ea typeface="Century Gothic"/>
                <a:cs typeface="Century Gothic"/>
                <a:sym typeface="Century Gothic"/>
              </a:defRPr>
            </a:lvl5pPr>
            <a:lvl6pPr marR="0" lvl="5" algn="l" rtl="0">
              <a:spcBef>
                <a:spcPts val="0"/>
              </a:spcBef>
              <a:spcAft>
                <a:spcPts val="0"/>
              </a:spcAft>
              <a:buSzPts val="1400"/>
              <a:buNone/>
              <a:defRPr sz="4000" b="0" i="0" u="none" strike="noStrike" cap="none">
                <a:solidFill>
                  <a:schemeClr val="dk2"/>
                </a:solidFill>
                <a:latin typeface="Century Gothic"/>
                <a:ea typeface="Century Gothic"/>
                <a:cs typeface="Century Gothic"/>
                <a:sym typeface="Century Gothic"/>
              </a:defRPr>
            </a:lvl6pPr>
            <a:lvl7pPr marR="0" lvl="6" algn="l" rtl="0">
              <a:spcBef>
                <a:spcPts val="0"/>
              </a:spcBef>
              <a:spcAft>
                <a:spcPts val="0"/>
              </a:spcAft>
              <a:buSzPts val="1400"/>
              <a:buNone/>
              <a:defRPr sz="4000" b="0" i="0" u="none" strike="noStrike" cap="none">
                <a:solidFill>
                  <a:schemeClr val="dk2"/>
                </a:solidFill>
                <a:latin typeface="Century Gothic"/>
                <a:ea typeface="Century Gothic"/>
                <a:cs typeface="Century Gothic"/>
                <a:sym typeface="Century Gothic"/>
              </a:defRPr>
            </a:lvl7pPr>
            <a:lvl8pPr marR="0" lvl="7" algn="l" rtl="0">
              <a:spcBef>
                <a:spcPts val="0"/>
              </a:spcBef>
              <a:spcAft>
                <a:spcPts val="0"/>
              </a:spcAft>
              <a:buSzPts val="1400"/>
              <a:buNone/>
              <a:defRPr sz="4000" b="0" i="0" u="none" strike="noStrike" cap="none">
                <a:solidFill>
                  <a:schemeClr val="dk2"/>
                </a:solidFill>
                <a:latin typeface="Century Gothic"/>
                <a:ea typeface="Century Gothic"/>
                <a:cs typeface="Century Gothic"/>
                <a:sym typeface="Century Gothic"/>
              </a:defRPr>
            </a:lvl8pPr>
            <a:lvl9pPr marR="0" lvl="8" algn="l" rtl="0">
              <a:spcBef>
                <a:spcPts val="0"/>
              </a:spcBef>
              <a:spcAft>
                <a:spcPts val="0"/>
              </a:spcAft>
              <a:buSzPts val="1400"/>
              <a:buNone/>
              <a:defRPr sz="4000" b="0" i="0" u="none" strike="noStrike" cap="none">
                <a:solidFill>
                  <a:schemeClr val="dk2"/>
                </a:solidFill>
                <a:latin typeface="Century Gothic"/>
                <a:ea typeface="Century Gothic"/>
                <a:cs typeface="Century Gothic"/>
                <a:sym typeface="Century Gothic"/>
              </a:defRPr>
            </a:lvl9pPr>
          </a:lstStyle>
          <a:p>
            <a:endParaRPr/>
          </a:p>
        </p:txBody>
      </p:sp>
      <p:sp>
        <p:nvSpPr>
          <p:cNvPr id="102" name="Google Shape;102;p13"/>
          <p:cNvSpPr>
            <a:spLocks noGrp="1"/>
          </p:cNvSpPr>
          <p:nvPr>
            <p:ph type="sldNum" idx="12"/>
          </p:nvPr>
        </p:nvSpPr>
        <p:spPr>
          <a:xfrm>
            <a:off x="195262" y="6210300"/>
            <a:ext cx="609600" cy="457200"/>
          </a:xfrm>
          <a:prstGeom prst="ellipse">
            <a:avLst/>
          </a:prstGeom>
          <a:solidFill>
            <a:srgbClr val="0E58C4"/>
          </a:solidFill>
          <a:ln w="9525" cap="flat" cmpd="sng">
            <a:solidFill>
              <a:srgbClr val="0E58C4"/>
            </a:solidFill>
            <a:prstDash val="solid"/>
            <a:miter lim="800000"/>
            <a:headEnd type="none" w="sm" len="sm"/>
            <a:tailEnd type="none" w="sm" len="sm"/>
          </a:ln>
        </p:spPr>
        <p:txBody>
          <a:bodyPr spcFirstLastPara="1" wrap="square" lIns="0" tIns="0" rIns="0" bIns="0" anchor="ctr" anchorCtr="1">
            <a:noAutofit/>
          </a:bodyPr>
          <a:lstStyle>
            <a:lvl1pPr marL="0" marR="0" lvl="0" indent="0" algn="ctr" rtl="0">
              <a:lnSpc>
                <a:spcPct val="100000"/>
              </a:lnSpc>
              <a:spcBef>
                <a:spcPts val="0"/>
              </a:spcBef>
              <a:spcAft>
                <a:spcPts val="0"/>
              </a:spcAft>
              <a:buClr>
                <a:schemeClr val="lt1"/>
              </a:buClr>
              <a:buSzPts val="1400"/>
              <a:buFont typeface="Century Gothic"/>
              <a:buNone/>
              <a:defRPr sz="1400" b="0" i="0" u="none">
                <a:solidFill>
                  <a:schemeClr val="lt1"/>
                </a:solidFill>
                <a:latin typeface="Century Gothic"/>
                <a:ea typeface="Century Gothic"/>
                <a:cs typeface="Century Gothic"/>
                <a:sym typeface="Century Gothic"/>
              </a:defRPr>
            </a:lvl1pPr>
            <a:lvl2pPr marL="0" marR="0" lvl="1" indent="0" algn="ctr" rtl="0">
              <a:lnSpc>
                <a:spcPct val="100000"/>
              </a:lnSpc>
              <a:spcBef>
                <a:spcPts val="0"/>
              </a:spcBef>
              <a:spcAft>
                <a:spcPts val="0"/>
              </a:spcAft>
              <a:buClr>
                <a:schemeClr val="lt1"/>
              </a:buClr>
              <a:buSzPts val="1400"/>
              <a:buFont typeface="Century Gothic"/>
              <a:buNone/>
              <a:defRPr sz="1400" b="0" i="0" u="none">
                <a:solidFill>
                  <a:schemeClr val="lt1"/>
                </a:solidFill>
                <a:latin typeface="Century Gothic"/>
                <a:ea typeface="Century Gothic"/>
                <a:cs typeface="Century Gothic"/>
                <a:sym typeface="Century Gothic"/>
              </a:defRPr>
            </a:lvl2pPr>
            <a:lvl3pPr marL="0" marR="0" lvl="2" indent="0" algn="ctr" rtl="0">
              <a:lnSpc>
                <a:spcPct val="100000"/>
              </a:lnSpc>
              <a:spcBef>
                <a:spcPts val="0"/>
              </a:spcBef>
              <a:spcAft>
                <a:spcPts val="0"/>
              </a:spcAft>
              <a:buClr>
                <a:schemeClr val="lt1"/>
              </a:buClr>
              <a:buSzPts val="1400"/>
              <a:buFont typeface="Century Gothic"/>
              <a:buNone/>
              <a:defRPr sz="1400" b="0" i="0" u="none">
                <a:solidFill>
                  <a:schemeClr val="lt1"/>
                </a:solidFill>
                <a:latin typeface="Century Gothic"/>
                <a:ea typeface="Century Gothic"/>
                <a:cs typeface="Century Gothic"/>
                <a:sym typeface="Century Gothic"/>
              </a:defRPr>
            </a:lvl3pPr>
            <a:lvl4pPr marL="0" marR="0" lvl="3" indent="0" algn="ctr" rtl="0">
              <a:lnSpc>
                <a:spcPct val="100000"/>
              </a:lnSpc>
              <a:spcBef>
                <a:spcPts val="0"/>
              </a:spcBef>
              <a:spcAft>
                <a:spcPts val="0"/>
              </a:spcAft>
              <a:buClr>
                <a:schemeClr val="lt1"/>
              </a:buClr>
              <a:buSzPts val="1400"/>
              <a:buFont typeface="Century Gothic"/>
              <a:buNone/>
              <a:defRPr sz="1400" b="0" i="0" u="none">
                <a:solidFill>
                  <a:schemeClr val="lt1"/>
                </a:solidFill>
                <a:latin typeface="Century Gothic"/>
                <a:ea typeface="Century Gothic"/>
                <a:cs typeface="Century Gothic"/>
                <a:sym typeface="Century Gothic"/>
              </a:defRPr>
            </a:lvl4pPr>
            <a:lvl5pPr marL="0" marR="0" lvl="4" indent="0" algn="ctr" rtl="0">
              <a:lnSpc>
                <a:spcPct val="100000"/>
              </a:lnSpc>
              <a:spcBef>
                <a:spcPts val="0"/>
              </a:spcBef>
              <a:spcAft>
                <a:spcPts val="0"/>
              </a:spcAft>
              <a:buClr>
                <a:schemeClr val="lt1"/>
              </a:buClr>
              <a:buSzPts val="1400"/>
              <a:buFont typeface="Century Gothic"/>
              <a:buNone/>
              <a:defRPr sz="1400" b="0" i="0" u="none">
                <a:solidFill>
                  <a:schemeClr val="lt1"/>
                </a:solidFill>
                <a:latin typeface="Century Gothic"/>
                <a:ea typeface="Century Gothic"/>
                <a:cs typeface="Century Gothic"/>
                <a:sym typeface="Century Gothic"/>
              </a:defRPr>
            </a:lvl5pPr>
            <a:lvl6pPr marL="0" marR="0" lvl="5" indent="0" algn="ctr" rtl="0">
              <a:lnSpc>
                <a:spcPct val="100000"/>
              </a:lnSpc>
              <a:spcBef>
                <a:spcPts val="0"/>
              </a:spcBef>
              <a:spcAft>
                <a:spcPts val="0"/>
              </a:spcAft>
              <a:buClr>
                <a:schemeClr val="lt1"/>
              </a:buClr>
              <a:buSzPts val="1400"/>
              <a:buFont typeface="Century Gothic"/>
              <a:buNone/>
              <a:defRPr sz="1400" b="0" i="0" u="none">
                <a:solidFill>
                  <a:schemeClr val="lt1"/>
                </a:solidFill>
                <a:latin typeface="Century Gothic"/>
                <a:ea typeface="Century Gothic"/>
                <a:cs typeface="Century Gothic"/>
                <a:sym typeface="Century Gothic"/>
              </a:defRPr>
            </a:lvl6pPr>
            <a:lvl7pPr marL="0" marR="0" lvl="6" indent="0" algn="ctr" rtl="0">
              <a:lnSpc>
                <a:spcPct val="100000"/>
              </a:lnSpc>
              <a:spcBef>
                <a:spcPts val="0"/>
              </a:spcBef>
              <a:spcAft>
                <a:spcPts val="0"/>
              </a:spcAft>
              <a:buClr>
                <a:schemeClr val="lt1"/>
              </a:buClr>
              <a:buSzPts val="1400"/>
              <a:buFont typeface="Century Gothic"/>
              <a:buNone/>
              <a:defRPr sz="1400" b="0" i="0" u="none">
                <a:solidFill>
                  <a:schemeClr val="lt1"/>
                </a:solidFill>
                <a:latin typeface="Century Gothic"/>
                <a:ea typeface="Century Gothic"/>
                <a:cs typeface="Century Gothic"/>
                <a:sym typeface="Century Gothic"/>
              </a:defRPr>
            </a:lvl7pPr>
            <a:lvl8pPr marL="0" marR="0" lvl="7" indent="0" algn="ctr" rtl="0">
              <a:lnSpc>
                <a:spcPct val="100000"/>
              </a:lnSpc>
              <a:spcBef>
                <a:spcPts val="0"/>
              </a:spcBef>
              <a:spcAft>
                <a:spcPts val="0"/>
              </a:spcAft>
              <a:buClr>
                <a:schemeClr val="lt1"/>
              </a:buClr>
              <a:buSzPts val="1400"/>
              <a:buFont typeface="Century Gothic"/>
              <a:buNone/>
              <a:defRPr sz="1400" b="0" i="0" u="none">
                <a:solidFill>
                  <a:schemeClr val="lt1"/>
                </a:solidFill>
                <a:latin typeface="Century Gothic"/>
                <a:ea typeface="Century Gothic"/>
                <a:cs typeface="Century Gothic"/>
                <a:sym typeface="Century Gothic"/>
              </a:defRPr>
            </a:lvl8pPr>
            <a:lvl9pPr marL="0" marR="0" lvl="8" indent="0" algn="ctr" rtl="0">
              <a:lnSpc>
                <a:spcPct val="100000"/>
              </a:lnSpc>
              <a:spcBef>
                <a:spcPts val="0"/>
              </a:spcBef>
              <a:spcAft>
                <a:spcPts val="0"/>
              </a:spcAft>
              <a:buClr>
                <a:schemeClr val="lt1"/>
              </a:buClr>
              <a:buSzPts val="1400"/>
              <a:buFont typeface="Century Gothic"/>
              <a:buNone/>
              <a:defRPr sz="1400" b="0" i="0" u="none">
                <a:solidFill>
                  <a:schemeClr val="lt1"/>
                </a:solidFill>
                <a:latin typeface="Century Gothic"/>
                <a:ea typeface="Century Gothic"/>
                <a:cs typeface="Century Gothic"/>
                <a:sym typeface="Century Gothic"/>
              </a:defRPr>
            </a:lvl9pPr>
          </a:lstStyle>
          <a:p>
            <a:pPr marL="0" lvl="0" indent="0" algn="ctr" rtl="0">
              <a:spcBef>
                <a:spcPts val="0"/>
              </a:spcBef>
              <a:spcAft>
                <a:spcPts val="0"/>
              </a:spcAft>
              <a:buNone/>
            </a:pPr>
            <a:fld id="{00000000-1234-1234-1234-123412341234}" type="slidenum">
              <a:rPr lang="en-US"/>
              <a:pPr marL="0" lvl="0" indent="0" algn="ctr" rtl="0">
                <a:spcBef>
                  <a:spcPts val="0"/>
                </a:spcBef>
                <a:spcAft>
                  <a:spcPts val="0"/>
                </a:spcAft>
                <a:buNone/>
              </a:pPr>
              <a:t>‹#›</a:t>
            </a:fld>
            <a:endParaRPr>
              <a:solidFill>
                <a:srgbClr val="000000"/>
              </a:solidFill>
              <a:latin typeface="Arial" panose="020B0604020202090204"/>
              <a:ea typeface="Arial" panose="020B0604020202090204"/>
              <a:cs typeface="Arial" panose="020B0604020202090204"/>
              <a:sym typeface="Arial" panose="020B0604020202090204"/>
            </a:endParaRPr>
          </a:p>
        </p:txBody>
      </p:sp>
      <p:sp>
        <p:nvSpPr>
          <p:cNvPr id="30" name="Google Shape;30;p3"/>
          <p:cNvSpPr txBox="1"/>
          <p:nvPr userDrawn="1"/>
        </p:nvSpPr>
        <p:spPr>
          <a:xfrm>
            <a:off x="1346200" y="6299200"/>
            <a:ext cx="5283300" cy="457200"/>
          </a:xfrm>
          <a:prstGeom prst="rect">
            <a:avLst/>
          </a:prstGeom>
          <a:noFill/>
          <a:ln>
            <a:noFill/>
          </a:ln>
        </p:spPr>
        <p:txBody>
          <a:bodyPr wrap="square" lIns="91425" tIns="45700" rIns="91425" bIns="45700" anchor="ctr" anchorCtr="0">
            <a:noAutofit/>
          </a:bodyPr>
          <a:lstStyle>
            <a:lvl1pPr marR="0" lvl="0" algn="l" rtl="0">
              <a:lnSpc>
                <a:spcPct val="100000"/>
              </a:lnSpc>
              <a:spcBef>
                <a:spcPts val="0"/>
              </a:spcBef>
              <a:spcAft>
                <a:spcPts val="0"/>
              </a:spcAft>
              <a:buSzPts val="1400"/>
              <a:buNone/>
              <a:defRPr sz="1400" b="0" i="0" u="none">
                <a:solidFill>
                  <a:schemeClr val="dk2"/>
                </a:solidFill>
                <a:latin typeface="Palatino Linotype"/>
                <a:ea typeface="Palatino Linotype"/>
                <a:cs typeface="Palatino Linotype"/>
                <a:sym typeface="Palatino Linotype"/>
              </a:defRPr>
            </a:lvl1pPr>
            <a:lvl2pPr marR="0" lvl="1" algn="l" rtl="0">
              <a:lnSpc>
                <a:spcPct val="100000"/>
              </a:lnSpc>
              <a:spcBef>
                <a:spcPts val="0"/>
              </a:spcBef>
              <a:spcAft>
                <a:spcPts val="0"/>
              </a:spcAft>
              <a:buSzPts val="1400"/>
              <a:buNone/>
              <a:defRPr sz="1800" b="0" i="0" u="none" strike="noStrike" cap="none">
                <a:solidFill>
                  <a:schemeClr val="dk1"/>
                </a:solidFill>
                <a:latin typeface="Palatino Linotype"/>
                <a:ea typeface="Palatino Linotype"/>
                <a:cs typeface="Palatino Linotype"/>
                <a:sym typeface="Palatino Linotype"/>
              </a:defRPr>
            </a:lvl2pPr>
            <a:lvl3pPr marR="0" lvl="2" algn="l" rtl="0">
              <a:lnSpc>
                <a:spcPct val="100000"/>
              </a:lnSpc>
              <a:spcBef>
                <a:spcPts val="0"/>
              </a:spcBef>
              <a:spcAft>
                <a:spcPts val="0"/>
              </a:spcAft>
              <a:buSzPts val="1400"/>
              <a:buNone/>
              <a:defRPr sz="1800" b="0" i="0" u="none" strike="noStrike" cap="none">
                <a:solidFill>
                  <a:schemeClr val="dk1"/>
                </a:solidFill>
                <a:latin typeface="Palatino Linotype"/>
                <a:ea typeface="Palatino Linotype"/>
                <a:cs typeface="Palatino Linotype"/>
                <a:sym typeface="Palatino Linotype"/>
              </a:defRPr>
            </a:lvl3pPr>
            <a:lvl4pPr marR="0" lvl="3" algn="l" rtl="0">
              <a:lnSpc>
                <a:spcPct val="100000"/>
              </a:lnSpc>
              <a:spcBef>
                <a:spcPts val="0"/>
              </a:spcBef>
              <a:spcAft>
                <a:spcPts val="0"/>
              </a:spcAft>
              <a:buSzPts val="1400"/>
              <a:buNone/>
              <a:defRPr sz="1800" b="0" i="0" u="none" strike="noStrike" cap="none">
                <a:solidFill>
                  <a:schemeClr val="dk1"/>
                </a:solidFill>
                <a:latin typeface="Palatino Linotype"/>
                <a:ea typeface="Palatino Linotype"/>
                <a:cs typeface="Palatino Linotype"/>
                <a:sym typeface="Palatino Linotype"/>
              </a:defRPr>
            </a:lvl4pPr>
            <a:lvl5pPr marR="0" lvl="4" algn="l" rtl="0">
              <a:lnSpc>
                <a:spcPct val="100000"/>
              </a:lnSpc>
              <a:spcBef>
                <a:spcPts val="0"/>
              </a:spcBef>
              <a:spcAft>
                <a:spcPts val="0"/>
              </a:spcAft>
              <a:buSzPts val="1400"/>
              <a:buNone/>
              <a:defRPr sz="1800" b="0" i="0" u="none" strike="noStrike" cap="none">
                <a:solidFill>
                  <a:schemeClr val="dk1"/>
                </a:solidFill>
                <a:latin typeface="Palatino Linotype"/>
                <a:ea typeface="Palatino Linotype"/>
                <a:cs typeface="Palatino Linotype"/>
                <a:sym typeface="Palatino Linotype"/>
              </a:defRPr>
            </a:lvl5pPr>
            <a:lvl6pPr marR="0" lvl="5" algn="l" rtl="0">
              <a:lnSpc>
                <a:spcPct val="100000"/>
              </a:lnSpc>
              <a:spcBef>
                <a:spcPts val="0"/>
              </a:spcBef>
              <a:spcAft>
                <a:spcPts val="0"/>
              </a:spcAft>
              <a:buSzPts val="1400"/>
              <a:buNone/>
              <a:defRPr sz="1800" b="0" i="0" u="none" strike="noStrike" cap="none">
                <a:solidFill>
                  <a:schemeClr val="dk1"/>
                </a:solidFill>
                <a:latin typeface="Palatino Linotype"/>
                <a:ea typeface="Palatino Linotype"/>
                <a:cs typeface="Palatino Linotype"/>
                <a:sym typeface="Palatino Linotype"/>
              </a:defRPr>
            </a:lvl6pPr>
            <a:lvl7pPr marR="0" lvl="6" algn="l" rtl="0">
              <a:lnSpc>
                <a:spcPct val="100000"/>
              </a:lnSpc>
              <a:spcBef>
                <a:spcPts val="0"/>
              </a:spcBef>
              <a:spcAft>
                <a:spcPts val="0"/>
              </a:spcAft>
              <a:buSzPts val="1400"/>
              <a:buNone/>
              <a:defRPr sz="1800" b="0" i="0" u="none" strike="noStrike" cap="none">
                <a:solidFill>
                  <a:schemeClr val="dk1"/>
                </a:solidFill>
                <a:latin typeface="Palatino Linotype"/>
                <a:ea typeface="Palatino Linotype"/>
                <a:cs typeface="Palatino Linotype"/>
                <a:sym typeface="Palatino Linotype"/>
              </a:defRPr>
            </a:lvl7pPr>
            <a:lvl8pPr marR="0" lvl="7" algn="l" rtl="0">
              <a:lnSpc>
                <a:spcPct val="100000"/>
              </a:lnSpc>
              <a:spcBef>
                <a:spcPts val="0"/>
              </a:spcBef>
              <a:spcAft>
                <a:spcPts val="0"/>
              </a:spcAft>
              <a:buSzPts val="1400"/>
              <a:buNone/>
              <a:defRPr sz="1800" b="0" i="0" u="none" strike="noStrike" cap="none">
                <a:solidFill>
                  <a:schemeClr val="dk1"/>
                </a:solidFill>
                <a:latin typeface="Palatino Linotype"/>
                <a:ea typeface="Palatino Linotype"/>
                <a:cs typeface="Palatino Linotype"/>
                <a:sym typeface="Palatino Linotype"/>
              </a:defRPr>
            </a:lvl8pPr>
            <a:lvl9pPr marR="0" lvl="8" algn="l" rtl="0">
              <a:lnSpc>
                <a:spcPct val="100000"/>
              </a:lnSpc>
              <a:spcBef>
                <a:spcPts val="0"/>
              </a:spcBef>
              <a:spcAft>
                <a:spcPts val="0"/>
              </a:spcAft>
              <a:buSzPts val="1400"/>
              <a:buNone/>
              <a:defRPr sz="1800" b="0" i="0" u="none" strike="noStrike" cap="none">
                <a:solidFill>
                  <a:schemeClr val="dk1"/>
                </a:solidFill>
                <a:latin typeface="Palatino Linotype"/>
                <a:ea typeface="Palatino Linotype"/>
                <a:cs typeface="Palatino Linotype"/>
                <a:sym typeface="Palatino Linotype"/>
              </a:defRPr>
            </a:lvl9pPr>
          </a:lstStyle>
          <a:p>
            <a:r>
              <a:rPr lang="en-US"/>
              <a:t>First Review</a:t>
            </a:r>
          </a:p>
        </p:txBody>
      </p:sp>
    </p:spTree>
  </p:cSld>
  <p:clrMap bg1="lt1" tx1="dk1" bg2="dk2" tx2="lt2" accent1="accent1" accent2="accent2" accent3="accent3" accent4="accent4" accent5="accent5" accent6="accent6" hlink="hlink" folHlink="folHlink"/>
  <p:sldLayoutIdLst>
    <p:sldLayoutId id="2147483661" r:id="rId1"/>
  </p:sldLayoutIdLst>
  <p:transition spd="med">
    <p:fade/>
  </p:transition>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10"/>
        <p:cNvGrpSpPr/>
        <p:nvPr/>
      </p:nvGrpSpPr>
      <p:grpSpPr>
        <a:xfrm>
          <a:off x="0" y="0"/>
          <a:ext cx="0" cy="0"/>
          <a:chOff x="0" y="0"/>
          <a:chExt cx="0" cy="0"/>
        </a:xfrm>
      </p:grpSpPr>
      <p:sp>
        <p:nvSpPr>
          <p:cNvPr id="111" name="Google Shape;111;p15"/>
          <p:cNvSpPr/>
          <p:nvPr userDrawn="1"/>
        </p:nvSpPr>
        <p:spPr>
          <a:xfrm>
            <a:off x="87312" y="69850"/>
            <a:ext cx="12017400" cy="6693000"/>
          </a:xfrm>
          <a:prstGeom prst="roundRect">
            <a:avLst>
              <a:gd name="adj" fmla="val 1065"/>
            </a:avLst>
          </a:prstGeom>
          <a:solidFill>
            <a:schemeClr val="lt1"/>
          </a:solidFill>
          <a:ln w="9525" cap="sq"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Palatino Linotype"/>
              <a:ea typeface="Palatino Linotype"/>
              <a:cs typeface="Palatino Linotype"/>
              <a:sym typeface="Palatino Linotype"/>
            </a:endParaRPr>
          </a:p>
        </p:txBody>
      </p:sp>
      <p:sp>
        <p:nvSpPr>
          <p:cNvPr id="112" name="Google Shape;112;p15"/>
          <p:cNvSpPr txBox="1"/>
          <p:nvPr userDrawn="1"/>
        </p:nvSpPr>
        <p:spPr>
          <a:xfrm rot="10800000" flipH="1">
            <a:off x="90487" y="4683100"/>
            <a:ext cx="12009300" cy="9210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Palatino Linotype"/>
              <a:ea typeface="Palatino Linotype"/>
              <a:cs typeface="Palatino Linotype"/>
              <a:sym typeface="Palatino Linotype"/>
            </a:endParaRPr>
          </a:p>
        </p:txBody>
      </p:sp>
      <p:sp>
        <p:nvSpPr>
          <p:cNvPr id="113" name="Google Shape;113;p15"/>
          <p:cNvSpPr txBox="1"/>
          <p:nvPr userDrawn="1"/>
        </p:nvSpPr>
        <p:spPr>
          <a:xfrm>
            <a:off x="92075" y="4649787"/>
            <a:ext cx="12007800" cy="45900"/>
          </a:xfrm>
          <a:prstGeom prst="rect">
            <a:avLst/>
          </a:prstGeom>
          <a:solidFill>
            <a:srgbClr val="B1B8D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Palatino Linotype"/>
              <a:ea typeface="Palatino Linotype"/>
              <a:cs typeface="Palatino Linotype"/>
              <a:sym typeface="Palatino Linotype"/>
            </a:endParaRPr>
          </a:p>
        </p:txBody>
      </p:sp>
      <p:sp>
        <p:nvSpPr>
          <p:cNvPr id="114" name="Google Shape;114;p15"/>
          <p:cNvSpPr txBox="1"/>
          <p:nvPr userDrawn="1"/>
        </p:nvSpPr>
        <p:spPr>
          <a:xfrm>
            <a:off x="92075" y="4773612"/>
            <a:ext cx="12007800" cy="49200"/>
          </a:xfrm>
          <a:prstGeom prst="rect">
            <a:avLst/>
          </a:prstGeom>
          <a:solidFill>
            <a:srgbClr val="5AA2AE"/>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Palatino Linotype"/>
              <a:ea typeface="Palatino Linotype"/>
              <a:cs typeface="Palatino Linotype"/>
              <a:sym typeface="Palatino Linotype"/>
            </a:endParaRPr>
          </a:p>
        </p:txBody>
      </p:sp>
      <p:sp>
        <p:nvSpPr>
          <p:cNvPr id="115" name="Google Shape;115;p15"/>
          <p:cNvSpPr txBox="1">
            <a:spLocks noGrp="1"/>
          </p:cNvSpPr>
          <p:nvPr>
            <p:ph type="body" idx="1"/>
          </p:nvPr>
        </p:nvSpPr>
        <p:spPr>
          <a:xfrm>
            <a:off x="1219200" y="1447800"/>
            <a:ext cx="10363200" cy="4572000"/>
          </a:xfrm>
          <a:prstGeom prst="rect">
            <a:avLst/>
          </a:prstGeom>
          <a:noFill/>
          <a:ln>
            <a:noFill/>
          </a:ln>
        </p:spPr>
        <p:txBody>
          <a:bodyPr spcFirstLastPara="1" wrap="square" lIns="91425" tIns="45700" rIns="91425" bIns="45700" anchor="t" anchorCtr="0">
            <a:noAutofit/>
          </a:bodyPr>
          <a:lstStyle>
            <a:lvl1pPr marL="457200" marR="0" lvl="0" indent="-368935" algn="l" rtl="0">
              <a:spcBef>
                <a:spcPts val="575"/>
              </a:spcBef>
              <a:spcAft>
                <a:spcPts val="0"/>
              </a:spcAft>
              <a:buClr>
                <a:schemeClr val="accent1"/>
              </a:buClr>
              <a:buSzPts val="2210"/>
              <a:buFont typeface="Noto Sans Symbols"/>
              <a:buChar char="⚫"/>
              <a:defRPr sz="2600" b="0" i="0" u="none" strike="noStrike" cap="none">
                <a:solidFill>
                  <a:schemeClr val="dk1"/>
                </a:solidFill>
                <a:latin typeface="Palatino Linotype"/>
                <a:ea typeface="Palatino Linotype"/>
                <a:cs typeface="Palatino Linotype"/>
                <a:sym typeface="Palatino Linotype"/>
              </a:defRPr>
            </a:lvl1pPr>
            <a:lvl2pPr marL="914400" marR="0" lvl="1" indent="-358140" algn="l" rtl="0">
              <a:spcBef>
                <a:spcPts val="375"/>
              </a:spcBef>
              <a:spcAft>
                <a:spcPts val="0"/>
              </a:spcAft>
              <a:buClr>
                <a:schemeClr val="accent2"/>
              </a:buClr>
              <a:buSzPts val="2040"/>
              <a:buFont typeface="Noto Sans Symbols"/>
              <a:buChar char="⚫"/>
              <a:defRPr sz="2400" b="0" i="0" u="none" strike="noStrike" cap="none">
                <a:solidFill>
                  <a:schemeClr val="dk1"/>
                </a:solidFill>
                <a:latin typeface="Palatino Linotype"/>
                <a:ea typeface="Palatino Linotype"/>
                <a:cs typeface="Palatino Linotype"/>
                <a:sym typeface="Palatino Linotype"/>
              </a:defRPr>
            </a:lvl2pPr>
            <a:lvl3pPr marL="1371600" marR="0" lvl="2" indent="-336550" algn="l" rtl="0">
              <a:spcBef>
                <a:spcPts val="375"/>
              </a:spcBef>
              <a:spcAft>
                <a:spcPts val="0"/>
              </a:spcAft>
              <a:buClr>
                <a:srgbClr val="B1B8D2"/>
              </a:buClr>
              <a:buSzPts val="1700"/>
              <a:buFont typeface="Noto Sans Symbols"/>
              <a:buChar char="⚫"/>
              <a:defRPr sz="2000" b="0" i="0" u="none" strike="noStrike" cap="none">
                <a:solidFill>
                  <a:schemeClr val="dk1"/>
                </a:solidFill>
                <a:latin typeface="Palatino Linotype"/>
                <a:ea typeface="Palatino Linotype"/>
                <a:cs typeface="Palatino Linotype"/>
                <a:sym typeface="Palatino Linotype"/>
              </a:defRPr>
            </a:lvl3pPr>
            <a:lvl4pPr marL="1828800" marR="0" lvl="3" indent="-330200" algn="l" rtl="0">
              <a:spcBef>
                <a:spcPts val="375"/>
              </a:spcBef>
              <a:spcAft>
                <a:spcPts val="0"/>
              </a:spcAft>
              <a:buClr>
                <a:srgbClr val="297FD5"/>
              </a:buClr>
              <a:buSzPts val="1600"/>
              <a:buFont typeface="Noto Sans Symbols"/>
              <a:buChar char="⚫"/>
              <a:defRPr sz="2000" b="0" i="0" u="none" strike="noStrike" cap="none">
                <a:solidFill>
                  <a:schemeClr val="dk1"/>
                </a:solidFill>
                <a:latin typeface="Palatino Linotype"/>
                <a:ea typeface="Palatino Linotype"/>
                <a:cs typeface="Palatino Linotype"/>
                <a:sym typeface="Palatino Linotype"/>
              </a:defRPr>
            </a:lvl4pPr>
            <a:lvl5pPr marL="2286000" marR="0" lvl="4" indent="-355600" algn="l" rtl="0">
              <a:spcBef>
                <a:spcPts val="375"/>
              </a:spcBef>
              <a:spcAft>
                <a:spcPts val="0"/>
              </a:spcAft>
              <a:buClr>
                <a:srgbClr val="297FD5"/>
              </a:buClr>
              <a:buSzPts val="2000"/>
              <a:buFont typeface="Arial" panose="020B0604020202090204"/>
              <a:buChar char="•"/>
              <a:defRPr sz="2000" b="0" i="0" u="none" strike="noStrike" cap="none">
                <a:solidFill>
                  <a:schemeClr val="dk1"/>
                </a:solidFill>
                <a:latin typeface="Palatino Linotype"/>
                <a:ea typeface="Palatino Linotype"/>
                <a:cs typeface="Palatino Linotype"/>
                <a:sym typeface="Palatino Linotype"/>
              </a:defRPr>
            </a:lvl5pPr>
            <a:lvl6pPr marL="2743200" marR="0" lvl="5" indent="-342900" algn="l" rtl="0">
              <a:spcBef>
                <a:spcPts val="370"/>
              </a:spcBef>
              <a:spcAft>
                <a:spcPts val="0"/>
              </a:spcAft>
              <a:buClr>
                <a:schemeClr val="accent3"/>
              </a:buClr>
              <a:buSzPts val="1800"/>
              <a:buFont typeface="Palatino Linotype"/>
              <a:buChar char="•"/>
              <a:defRPr sz="1800" b="0" i="0" u="none" strike="noStrike" cap="none">
                <a:solidFill>
                  <a:schemeClr val="dk1"/>
                </a:solidFill>
                <a:latin typeface="Palatino Linotype"/>
                <a:ea typeface="Palatino Linotype"/>
                <a:cs typeface="Palatino Linotype"/>
                <a:sym typeface="Palatino Linotype"/>
              </a:defRPr>
            </a:lvl6pPr>
            <a:lvl7pPr marL="3200400" marR="0" lvl="6" indent="-342900" algn="l" rtl="0">
              <a:spcBef>
                <a:spcPts val="370"/>
              </a:spcBef>
              <a:spcAft>
                <a:spcPts val="0"/>
              </a:spcAft>
              <a:buClr>
                <a:schemeClr val="accent2"/>
              </a:buClr>
              <a:buSzPts val="1800"/>
              <a:buFont typeface="Palatino Linotype"/>
              <a:buChar char="•"/>
              <a:defRPr sz="1800" b="0" i="0" u="none" strike="noStrike" cap="none">
                <a:solidFill>
                  <a:schemeClr val="dk1"/>
                </a:solidFill>
                <a:latin typeface="Palatino Linotype"/>
                <a:ea typeface="Palatino Linotype"/>
                <a:cs typeface="Palatino Linotype"/>
                <a:sym typeface="Palatino Linotype"/>
              </a:defRPr>
            </a:lvl7pPr>
            <a:lvl8pPr marL="3657600" marR="0" lvl="7" indent="-342900" algn="l" rtl="0">
              <a:spcBef>
                <a:spcPts val="370"/>
              </a:spcBef>
              <a:spcAft>
                <a:spcPts val="0"/>
              </a:spcAft>
              <a:buClr>
                <a:srgbClr val="AFB7D2"/>
              </a:buClr>
              <a:buSzPts val="1800"/>
              <a:buFont typeface="Palatino Linotype"/>
              <a:buChar char="•"/>
              <a:defRPr sz="1800" b="0" i="0" u="none" strike="noStrike" cap="none">
                <a:solidFill>
                  <a:schemeClr val="dk1"/>
                </a:solidFill>
                <a:latin typeface="Palatino Linotype"/>
                <a:ea typeface="Palatino Linotype"/>
                <a:cs typeface="Palatino Linotype"/>
                <a:sym typeface="Palatino Linotype"/>
              </a:defRPr>
            </a:lvl8pPr>
            <a:lvl9pPr marL="4114800" marR="0" lvl="8" indent="-342900" algn="l" rtl="0">
              <a:spcBef>
                <a:spcPts val="370"/>
              </a:spcBef>
              <a:spcAft>
                <a:spcPts val="0"/>
              </a:spcAft>
              <a:buClr>
                <a:srgbClr val="B5CBE5"/>
              </a:buClr>
              <a:buSzPts val="1800"/>
              <a:buFont typeface="Palatino Linotype"/>
              <a:buChar char="•"/>
              <a:defRPr sz="1800" b="0" i="0" u="none" strike="noStrike" cap="none">
                <a:solidFill>
                  <a:schemeClr val="dk1"/>
                </a:solidFill>
                <a:latin typeface="Palatino Linotype"/>
                <a:ea typeface="Palatino Linotype"/>
                <a:cs typeface="Palatino Linotype"/>
                <a:sym typeface="Palatino Linotype"/>
              </a:defRPr>
            </a:lvl9pPr>
          </a:lstStyle>
          <a:p>
            <a:endParaRPr/>
          </a:p>
        </p:txBody>
      </p:sp>
      <p:sp>
        <p:nvSpPr>
          <p:cNvPr id="116" name="Google Shape;116;p15"/>
          <p:cNvSpPr txBox="1">
            <a:spLocks noGrp="1"/>
          </p:cNvSpPr>
          <p:nvPr>
            <p:ph type="title"/>
          </p:nvPr>
        </p:nvSpPr>
        <p:spPr>
          <a:xfrm>
            <a:off x="1219200" y="274637"/>
            <a:ext cx="10363200" cy="1143000"/>
          </a:xfrm>
          <a:prstGeom prst="rect">
            <a:avLst/>
          </a:prstGeom>
          <a:noFill/>
          <a:ln>
            <a:noFill/>
          </a:ln>
        </p:spPr>
        <p:txBody>
          <a:bodyPr spcFirstLastPara="1" wrap="square" lIns="91425" tIns="45700" rIns="91425" bIns="91425" anchor="b" anchorCtr="0">
            <a:noAutofit/>
          </a:bodyPr>
          <a:lstStyle>
            <a:lvl1pPr marR="0" lvl="0" algn="l" rtl="0">
              <a:spcBef>
                <a:spcPts val="0"/>
              </a:spcBef>
              <a:spcAft>
                <a:spcPts val="0"/>
              </a:spcAft>
              <a:buSzPts val="1400"/>
              <a:buNone/>
              <a:defRPr sz="4000" b="0" i="0" u="none" strike="noStrike" cap="none">
                <a:solidFill>
                  <a:schemeClr val="dk2"/>
                </a:solidFill>
                <a:latin typeface="Century Gothic"/>
                <a:ea typeface="Century Gothic"/>
                <a:cs typeface="Century Gothic"/>
                <a:sym typeface="Century Gothic"/>
              </a:defRPr>
            </a:lvl1pPr>
            <a:lvl2pPr marR="0" lvl="1" algn="l" rtl="0">
              <a:spcBef>
                <a:spcPts val="0"/>
              </a:spcBef>
              <a:spcAft>
                <a:spcPts val="0"/>
              </a:spcAft>
              <a:buSzPts val="1400"/>
              <a:buNone/>
              <a:defRPr sz="4000" b="0" i="0" u="none" strike="noStrike" cap="none">
                <a:solidFill>
                  <a:schemeClr val="dk2"/>
                </a:solidFill>
                <a:latin typeface="Century Gothic"/>
                <a:ea typeface="Century Gothic"/>
                <a:cs typeface="Century Gothic"/>
                <a:sym typeface="Century Gothic"/>
              </a:defRPr>
            </a:lvl2pPr>
            <a:lvl3pPr marR="0" lvl="2" algn="l" rtl="0">
              <a:spcBef>
                <a:spcPts val="0"/>
              </a:spcBef>
              <a:spcAft>
                <a:spcPts val="0"/>
              </a:spcAft>
              <a:buSzPts val="1400"/>
              <a:buNone/>
              <a:defRPr sz="4000" b="0" i="0" u="none" strike="noStrike" cap="none">
                <a:solidFill>
                  <a:schemeClr val="dk2"/>
                </a:solidFill>
                <a:latin typeface="Century Gothic"/>
                <a:ea typeface="Century Gothic"/>
                <a:cs typeface="Century Gothic"/>
                <a:sym typeface="Century Gothic"/>
              </a:defRPr>
            </a:lvl3pPr>
            <a:lvl4pPr marR="0" lvl="3" algn="l" rtl="0">
              <a:spcBef>
                <a:spcPts val="0"/>
              </a:spcBef>
              <a:spcAft>
                <a:spcPts val="0"/>
              </a:spcAft>
              <a:buSzPts val="1400"/>
              <a:buNone/>
              <a:defRPr sz="4000" b="0" i="0" u="none" strike="noStrike" cap="none">
                <a:solidFill>
                  <a:schemeClr val="dk2"/>
                </a:solidFill>
                <a:latin typeface="Century Gothic"/>
                <a:ea typeface="Century Gothic"/>
                <a:cs typeface="Century Gothic"/>
                <a:sym typeface="Century Gothic"/>
              </a:defRPr>
            </a:lvl4pPr>
            <a:lvl5pPr marR="0" lvl="4" algn="l" rtl="0">
              <a:spcBef>
                <a:spcPts val="0"/>
              </a:spcBef>
              <a:spcAft>
                <a:spcPts val="0"/>
              </a:spcAft>
              <a:buSzPts val="1400"/>
              <a:buNone/>
              <a:defRPr sz="4000" b="0" i="0" u="none" strike="noStrike" cap="none">
                <a:solidFill>
                  <a:schemeClr val="dk2"/>
                </a:solidFill>
                <a:latin typeface="Century Gothic"/>
                <a:ea typeface="Century Gothic"/>
                <a:cs typeface="Century Gothic"/>
                <a:sym typeface="Century Gothic"/>
              </a:defRPr>
            </a:lvl5pPr>
            <a:lvl6pPr marR="0" lvl="5" algn="l" rtl="0">
              <a:spcBef>
                <a:spcPts val="0"/>
              </a:spcBef>
              <a:spcAft>
                <a:spcPts val="0"/>
              </a:spcAft>
              <a:buSzPts val="1400"/>
              <a:buNone/>
              <a:defRPr sz="4000" b="0" i="0" u="none" strike="noStrike" cap="none">
                <a:solidFill>
                  <a:schemeClr val="dk2"/>
                </a:solidFill>
                <a:latin typeface="Century Gothic"/>
                <a:ea typeface="Century Gothic"/>
                <a:cs typeface="Century Gothic"/>
                <a:sym typeface="Century Gothic"/>
              </a:defRPr>
            </a:lvl6pPr>
            <a:lvl7pPr marR="0" lvl="6" algn="l" rtl="0">
              <a:spcBef>
                <a:spcPts val="0"/>
              </a:spcBef>
              <a:spcAft>
                <a:spcPts val="0"/>
              </a:spcAft>
              <a:buSzPts val="1400"/>
              <a:buNone/>
              <a:defRPr sz="4000" b="0" i="0" u="none" strike="noStrike" cap="none">
                <a:solidFill>
                  <a:schemeClr val="dk2"/>
                </a:solidFill>
                <a:latin typeface="Century Gothic"/>
                <a:ea typeface="Century Gothic"/>
                <a:cs typeface="Century Gothic"/>
                <a:sym typeface="Century Gothic"/>
              </a:defRPr>
            </a:lvl7pPr>
            <a:lvl8pPr marR="0" lvl="7" algn="l" rtl="0">
              <a:spcBef>
                <a:spcPts val="0"/>
              </a:spcBef>
              <a:spcAft>
                <a:spcPts val="0"/>
              </a:spcAft>
              <a:buSzPts val="1400"/>
              <a:buNone/>
              <a:defRPr sz="4000" b="0" i="0" u="none" strike="noStrike" cap="none">
                <a:solidFill>
                  <a:schemeClr val="dk2"/>
                </a:solidFill>
                <a:latin typeface="Century Gothic"/>
                <a:ea typeface="Century Gothic"/>
                <a:cs typeface="Century Gothic"/>
                <a:sym typeface="Century Gothic"/>
              </a:defRPr>
            </a:lvl8pPr>
            <a:lvl9pPr marR="0" lvl="8" algn="l" rtl="0">
              <a:spcBef>
                <a:spcPts val="0"/>
              </a:spcBef>
              <a:spcAft>
                <a:spcPts val="0"/>
              </a:spcAft>
              <a:buSzPts val="1400"/>
              <a:buNone/>
              <a:defRPr sz="4000" b="0" i="0" u="none" strike="noStrike" cap="none">
                <a:solidFill>
                  <a:schemeClr val="dk2"/>
                </a:solidFill>
                <a:latin typeface="Century Gothic"/>
                <a:ea typeface="Century Gothic"/>
                <a:cs typeface="Century Gothic"/>
                <a:sym typeface="Century Gothic"/>
              </a:defRPr>
            </a:lvl9pPr>
          </a:lstStyle>
          <a:p>
            <a:endParaRPr/>
          </a:p>
        </p:txBody>
      </p:sp>
      <p:sp>
        <p:nvSpPr>
          <p:cNvPr id="119" name="Google Shape;119;p15"/>
          <p:cNvSpPr>
            <a:spLocks noGrp="1"/>
          </p:cNvSpPr>
          <p:nvPr>
            <p:ph type="sldNum" idx="12"/>
          </p:nvPr>
        </p:nvSpPr>
        <p:spPr>
          <a:xfrm>
            <a:off x="195262" y="6208712"/>
            <a:ext cx="609600" cy="457200"/>
          </a:xfrm>
          <a:prstGeom prst="ellipse">
            <a:avLst/>
          </a:prstGeom>
          <a:solidFill>
            <a:srgbClr val="0E58C4"/>
          </a:solidFill>
          <a:ln w="9525" cap="flat" cmpd="sng">
            <a:solidFill>
              <a:srgbClr val="0E58C4"/>
            </a:solidFill>
            <a:prstDash val="solid"/>
            <a:miter lim="800000"/>
            <a:headEnd type="none" w="sm" len="sm"/>
            <a:tailEnd type="none" w="sm" len="sm"/>
          </a:ln>
        </p:spPr>
        <p:txBody>
          <a:bodyPr spcFirstLastPara="1" wrap="square" lIns="0" tIns="0" rIns="0" bIns="0" anchor="ctr" anchorCtr="1">
            <a:noAutofit/>
          </a:bodyPr>
          <a:lstStyle>
            <a:lvl1pPr marL="0" marR="0" lvl="0" indent="0" algn="ctr" rtl="0">
              <a:lnSpc>
                <a:spcPct val="100000"/>
              </a:lnSpc>
              <a:spcBef>
                <a:spcPts val="0"/>
              </a:spcBef>
              <a:spcAft>
                <a:spcPts val="0"/>
              </a:spcAft>
              <a:buClr>
                <a:schemeClr val="lt1"/>
              </a:buClr>
              <a:buSzPts val="1400"/>
              <a:buFont typeface="Century Gothic"/>
              <a:buNone/>
              <a:defRPr sz="1400" b="0" i="0" u="none">
                <a:solidFill>
                  <a:schemeClr val="lt1"/>
                </a:solidFill>
                <a:latin typeface="Century Gothic"/>
                <a:ea typeface="Century Gothic"/>
                <a:cs typeface="Century Gothic"/>
                <a:sym typeface="Century Gothic"/>
              </a:defRPr>
            </a:lvl1pPr>
            <a:lvl2pPr marL="0" marR="0" lvl="1" indent="0" algn="ctr" rtl="0">
              <a:lnSpc>
                <a:spcPct val="100000"/>
              </a:lnSpc>
              <a:spcBef>
                <a:spcPts val="0"/>
              </a:spcBef>
              <a:spcAft>
                <a:spcPts val="0"/>
              </a:spcAft>
              <a:buClr>
                <a:schemeClr val="lt1"/>
              </a:buClr>
              <a:buSzPts val="1400"/>
              <a:buFont typeface="Century Gothic"/>
              <a:buNone/>
              <a:defRPr sz="1400" b="0" i="0" u="none">
                <a:solidFill>
                  <a:schemeClr val="lt1"/>
                </a:solidFill>
                <a:latin typeface="Century Gothic"/>
                <a:ea typeface="Century Gothic"/>
                <a:cs typeface="Century Gothic"/>
                <a:sym typeface="Century Gothic"/>
              </a:defRPr>
            </a:lvl2pPr>
            <a:lvl3pPr marL="0" marR="0" lvl="2" indent="0" algn="ctr" rtl="0">
              <a:lnSpc>
                <a:spcPct val="100000"/>
              </a:lnSpc>
              <a:spcBef>
                <a:spcPts val="0"/>
              </a:spcBef>
              <a:spcAft>
                <a:spcPts val="0"/>
              </a:spcAft>
              <a:buClr>
                <a:schemeClr val="lt1"/>
              </a:buClr>
              <a:buSzPts val="1400"/>
              <a:buFont typeface="Century Gothic"/>
              <a:buNone/>
              <a:defRPr sz="1400" b="0" i="0" u="none">
                <a:solidFill>
                  <a:schemeClr val="lt1"/>
                </a:solidFill>
                <a:latin typeface="Century Gothic"/>
                <a:ea typeface="Century Gothic"/>
                <a:cs typeface="Century Gothic"/>
                <a:sym typeface="Century Gothic"/>
              </a:defRPr>
            </a:lvl3pPr>
            <a:lvl4pPr marL="0" marR="0" lvl="3" indent="0" algn="ctr" rtl="0">
              <a:lnSpc>
                <a:spcPct val="100000"/>
              </a:lnSpc>
              <a:spcBef>
                <a:spcPts val="0"/>
              </a:spcBef>
              <a:spcAft>
                <a:spcPts val="0"/>
              </a:spcAft>
              <a:buClr>
                <a:schemeClr val="lt1"/>
              </a:buClr>
              <a:buSzPts val="1400"/>
              <a:buFont typeface="Century Gothic"/>
              <a:buNone/>
              <a:defRPr sz="1400" b="0" i="0" u="none">
                <a:solidFill>
                  <a:schemeClr val="lt1"/>
                </a:solidFill>
                <a:latin typeface="Century Gothic"/>
                <a:ea typeface="Century Gothic"/>
                <a:cs typeface="Century Gothic"/>
                <a:sym typeface="Century Gothic"/>
              </a:defRPr>
            </a:lvl4pPr>
            <a:lvl5pPr marL="0" marR="0" lvl="4" indent="0" algn="ctr" rtl="0">
              <a:lnSpc>
                <a:spcPct val="100000"/>
              </a:lnSpc>
              <a:spcBef>
                <a:spcPts val="0"/>
              </a:spcBef>
              <a:spcAft>
                <a:spcPts val="0"/>
              </a:spcAft>
              <a:buClr>
                <a:schemeClr val="lt1"/>
              </a:buClr>
              <a:buSzPts val="1400"/>
              <a:buFont typeface="Century Gothic"/>
              <a:buNone/>
              <a:defRPr sz="1400" b="0" i="0" u="none">
                <a:solidFill>
                  <a:schemeClr val="lt1"/>
                </a:solidFill>
                <a:latin typeface="Century Gothic"/>
                <a:ea typeface="Century Gothic"/>
                <a:cs typeface="Century Gothic"/>
                <a:sym typeface="Century Gothic"/>
              </a:defRPr>
            </a:lvl5pPr>
            <a:lvl6pPr marL="0" marR="0" lvl="5" indent="0" algn="ctr" rtl="0">
              <a:lnSpc>
                <a:spcPct val="100000"/>
              </a:lnSpc>
              <a:spcBef>
                <a:spcPts val="0"/>
              </a:spcBef>
              <a:spcAft>
                <a:spcPts val="0"/>
              </a:spcAft>
              <a:buClr>
                <a:schemeClr val="lt1"/>
              </a:buClr>
              <a:buSzPts val="1400"/>
              <a:buFont typeface="Century Gothic"/>
              <a:buNone/>
              <a:defRPr sz="1400" b="0" i="0" u="none">
                <a:solidFill>
                  <a:schemeClr val="lt1"/>
                </a:solidFill>
                <a:latin typeface="Century Gothic"/>
                <a:ea typeface="Century Gothic"/>
                <a:cs typeface="Century Gothic"/>
                <a:sym typeface="Century Gothic"/>
              </a:defRPr>
            </a:lvl6pPr>
            <a:lvl7pPr marL="0" marR="0" lvl="6" indent="0" algn="ctr" rtl="0">
              <a:lnSpc>
                <a:spcPct val="100000"/>
              </a:lnSpc>
              <a:spcBef>
                <a:spcPts val="0"/>
              </a:spcBef>
              <a:spcAft>
                <a:spcPts val="0"/>
              </a:spcAft>
              <a:buClr>
                <a:schemeClr val="lt1"/>
              </a:buClr>
              <a:buSzPts val="1400"/>
              <a:buFont typeface="Century Gothic"/>
              <a:buNone/>
              <a:defRPr sz="1400" b="0" i="0" u="none">
                <a:solidFill>
                  <a:schemeClr val="lt1"/>
                </a:solidFill>
                <a:latin typeface="Century Gothic"/>
                <a:ea typeface="Century Gothic"/>
                <a:cs typeface="Century Gothic"/>
                <a:sym typeface="Century Gothic"/>
              </a:defRPr>
            </a:lvl7pPr>
            <a:lvl8pPr marL="0" marR="0" lvl="7" indent="0" algn="ctr" rtl="0">
              <a:lnSpc>
                <a:spcPct val="100000"/>
              </a:lnSpc>
              <a:spcBef>
                <a:spcPts val="0"/>
              </a:spcBef>
              <a:spcAft>
                <a:spcPts val="0"/>
              </a:spcAft>
              <a:buClr>
                <a:schemeClr val="lt1"/>
              </a:buClr>
              <a:buSzPts val="1400"/>
              <a:buFont typeface="Century Gothic"/>
              <a:buNone/>
              <a:defRPr sz="1400" b="0" i="0" u="none">
                <a:solidFill>
                  <a:schemeClr val="lt1"/>
                </a:solidFill>
                <a:latin typeface="Century Gothic"/>
                <a:ea typeface="Century Gothic"/>
                <a:cs typeface="Century Gothic"/>
                <a:sym typeface="Century Gothic"/>
              </a:defRPr>
            </a:lvl8pPr>
            <a:lvl9pPr marL="0" marR="0" lvl="8" indent="0" algn="ctr" rtl="0">
              <a:lnSpc>
                <a:spcPct val="100000"/>
              </a:lnSpc>
              <a:spcBef>
                <a:spcPts val="0"/>
              </a:spcBef>
              <a:spcAft>
                <a:spcPts val="0"/>
              </a:spcAft>
              <a:buClr>
                <a:schemeClr val="lt1"/>
              </a:buClr>
              <a:buSzPts val="1400"/>
              <a:buFont typeface="Century Gothic"/>
              <a:buNone/>
              <a:defRPr sz="1400" b="0" i="0" u="none">
                <a:solidFill>
                  <a:schemeClr val="lt1"/>
                </a:solidFill>
                <a:latin typeface="Century Gothic"/>
                <a:ea typeface="Century Gothic"/>
                <a:cs typeface="Century Gothic"/>
                <a:sym typeface="Century Gothic"/>
              </a:defRPr>
            </a:lvl9pPr>
          </a:lstStyle>
          <a:p>
            <a:pPr marL="0" lvl="0" indent="0" algn="ctr" rtl="0">
              <a:spcBef>
                <a:spcPts val="0"/>
              </a:spcBef>
              <a:spcAft>
                <a:spcPts val="0"/>
              </a:spcAft>
              <a:buNone/>
            </a:pPr>
            <a:fld id="{00000000-1234-1234-1234-123412341234}" type="slidenum">
              <a:rPr lang="en-US"/>
              <a:pPr marL="0" lvl="0" indent="0" algn="ctr" rtl="0">
                <a:spcBef>
                  <a:spcPts val="0"/>
                </a:spcBef>
                <a:spcAft>
                  <a:spcPts val="0"/>
                </a:spcAft>
                <a:buNone/>
              </a:pPr>
              <a:t>‹#›</a:t>
            </a:fld>
            <a:endParaRPr>
              <a:solidFill>
                <a:srgbClr val="000000"/>
              </a:solidFill>
              <a:latin typeface="Arial" panose="020B0604020202090204"/>
              <a:ea typeface="Arial" panose="020B0604020202090204"/>
              <a:cs typeface="Arial" panose="020B0604020202090204"/>
              <a:sym typeface="Arial" panose="020B0604020202090204"/>
            </a:endParaRPr>
          </a:p>
        </p:txBody>
      </p:sp>
      <p:sp>
        <p:nvSpPr>
          <p:cNvPr id="30" name="Google Shape;30;p3"/>
          <p:cNvSpPr txBox="1"/>
          <p:nvPr userDrawn="1"/>
        </p:nvSpPr>
        <p:spPr>
          <a:xfrm>
            <a:off x="1346200" y="6299200"/>
            <a:ext cx="5283300" cy="457200"/>
          </a:xfrm>
          <a:prstGeom prst="rect">
            <a:avLst/>
          </a:prstGeom>
          <a:noFill/>
          <a:ln>
            <a:noFill/>
          </a:ln>
        </p:spPr>
        <p:txBody>
          <a:bodyPr wrap="square" lIns="91425" tIns="45700" rIns="91425" bIns="45700" anchor="ctr" anchorCtr="0">
            <a:noAutofit/>
          </a:bodyPr>
          <a:lstStyle>
            <a:lvl1pPr marR="0" lvl="0" algn="l" rtl="0">
              <a:lnSpc>
                <a:spcPct val="100000"/>
              </a:lnSpc>
              <a:spcBef>
                <a:spcPts val="0"/>
              </a:spcBef>
              <a:spcAft>
                <a:spcPts val="0"/>
              </a:spcAft>
              <a:buSzPts val="1400"/>
              <a:buNone/>
              <a:defRPr sz="1400" b="0" i="0" u="none">
                <a:solidFill>
                  <a:schemeClr val="dk2"/>
                </a:solidFill>
                <a:latin typeface="Palatino Linotype"/>
                <a:ea typeface="Palatino Linotype"/>
                <a:cs typeface="Palatino Linotype"/>
                <a:sym typeface="Palatino Linotype"/>
              </a:defRPr>
            </a:lvl1pPr>
            <a:lvl2pPr marR="0" lvl="1" algn="l" rtl="0">
              <a:lnSpc>
                <a:spcPct val="100000"/>
              </a:lnSpc>
              <a:spcBef>
                <a:spcPts val="0"/>
              </a:spcBef>
              <a:spcAft>
                <a:spcPts val="0"/>
              </a:spcAft>
              <a:buSzPts val="1400"/>
              <a:buNone/>
              <a:defRPr sz="1800" b="0" i="0" u="none" strike="noStrike" cap="none">
                <a:solidFill>
                  <a:schemeClr val="dk1"/>
                </a:solidFill>
                <a:latin typeface="Palatino Linotype"/>
                <a:ea typeface="Palatino Linotype"/>
                <a:cs typeface="Palatino Linotype"/>
                <a:sym typeface="Palatino Linotype"/>
              </a:defRPr>
            </a:lvl2pPr>
            <a:lvl3pPr marR="0" lvl="2" algn="l" rtl="0">
              <a:lnSpc>
                <a:spcPct val="100000"/>
              </a:lnSpc>
              <a:spcBef>
                <a:spcPts val="0"/>
              </a:spcBef>
              <a:spcAft>
                <a:spcPts val="0"/>
              </a:spcAft>
              <a:buSzPts val="1400"/>
              <a:buNone/>
              <a:defRPr sz="1800" b="0" i="0" u="none" strike="noStrike" cap="none">
                <a:solidFill>
                  <a:schemeClr val="dk1"/>
                </a:solidFill>
                <a:latin typeface="Palatino Linotype"/>
                <a:ea typeface="Palatino Linotype"/>
                <a:cs typeface="Palatino Linotype"/>
                <a:sym typeface="Palatino Linotype"/>
              </a:defRPr>
            </a:lvl3pPr>
            <a:lvl4pPr marR="0" lvl="3" algn="l" rtl="0">
              <a:lnSpc>
                <a:spcPct val="100000"/>
              </a:lnSpc>
              <a:spcBef>
                <a:spcPts val="0"/>
              </a:spcBef>
              <a:spcAft>
                <a:spcPts val="0"/>
              </a:spcAft>
              <a:buSzPts val="1400"/>
              <a:buNone/>
              <a:defRPr sz="1800" b="0" i="0" u="none" strike="noStrike" cap="none">
                <a:solidFill>
                  <a:schemeClr val="dk1"/>
                </a:solidFill>
                <a:latin typeface="Palatino Linotype"/>
                <a:ea typeface="Palatino Linotype"/>
                <a:cs typeface="Palatino Linotype"/>
                <a:sym typeface="Palatino Linotype"/>
              </a:defRPr>
            </a:lvl4pPr>
            <a:lvl5pPr marR="0" lvl="4" algn="l" rtl="0">
              <a:lnSpc>
                <a:spcPct val="100000"/>
              </a:lnSpc>
              <a:spcBef>
                <a:spcPts val="0"/>
              </a:spcBef>
              <a:spcAft>
                <a:spcPts val="0"/>
              </a:spcAft>
              <a:buSzPts val="1400"/>
              <a:buNone/>
              <a:defRPr sz="1800" b="0" i="0" u="none" strike="noStrike" cap="none">
                <a:solidFill>
                  <a:schemeClr val="dk1"/>
                </a:solidFill>
                <a:latin typeface="Palatino Linotype"/>
                <a:ea typeface="Palatino Linotype"/>
                <a:cs typeface="Palatino Linotype"/>
                <a:sym typeface="Palatino Linotype"/>
              </a:defRPr>
            </a:lvl5pPr>
            <a:lvl6pPr marR="0" lvl="5" algn="l" rtl="0">
              <a:lnSpc>
                <a:spcPct val="100000"/>
              </a:lnSpc>
              <a:spcBef>
                <a:spcPts val="0"/>
              </a:spcBef>
              <a:spcAft>
                <a:spcPts val="0"/>
              </a:spcAft>
              <a:buSzPts val="1400"/>
              <a:buNone/>
              <a:defRPr sz="1800" b="0" i="0" u="none" strike="noStrike" cap="none">
                <a:solidFill>
                  <a:schemeClr val="dk1"/>
                </a:solidFill>
                <a:latin typeface="Palatino Linotype"/>
                <a:ea typeface="Palatino Linotype"/>
                <a:cs typeface="Palatino Linotype"/>
                <a:sym typeface="Palatino Linotype"/>
              </a:defRPr>
            </a:lvl6pPr>
            <a:lvl7pPr marR="0" lvl="6" algn="l" rtl="0">
              <a:lnSpc>
                <a:spcPct val="100000"/>
              </a:lnSpc>
              <a:spcBef>
                <a:spcPts val="0"/>
              </a:spcBef>
              <a:spcAft>
                <a:spcPts val="0"/>
              </a:spcAft>
              <a:buSzPts val="1400"/>
              <a:buNone/>
              <a:defRPr sz="1800" b="0" i="0" u="none" strike="noStrike" cap="none">
                <a:solidFill>
                  <a:schemeClr val="dk1"/>
                </a:solidFill>
                <a:latin typeface="Palatino Linotype"/>
                <a:ea typeface="Palatino Linotype"/>
                <a:cs typeface="Palatino Linotype"/>
                <a:sym typeface="Palatino Linotype"/>
              </a:defRPr>
            </a:lvl7pPr>
            <a:lvl8pPr marR="0" lvl="7" algn="l" rtl="0">
              <a:lnSpc>
                <a:spcPct val="100000"/>
              </a:lnSpc>
              <a:spcBef>
                <a:spcPts val="0"/>
              </a:spcBef>
              <a:spcAft>
                <a:spcPts val="0"/>
              </a:spcAft>
              <a:buSzPts val="1400"/>
              <a:buNone/>
              <a:defRPr sz="1800" b="0" i="0" u="none" strike="noStrike" cap="none">
                <a:solidFill>
                  <a:schemeClr val="dk1"/>
                </a:solidFill>
                <a:latin typeface="Palatino Linotype"/>
                <a:ea typeface="Palatino Linotype"/>
                <a:cs typeface="Palatino Linotype"/>
                <a:sym typeface="Palatino Linotype"/>
              </a:defRPr>
            </a:lvl8pPr>
            <a:lvl9pPr marR="0" lvl="8" algn="l" rtl="0">
              <a:lnSpc>
                <a:spcPct val="100000"/>
              </a:lnSpc>
              <a:spcBef>
                <a:spcPts val="0"/>
              </a:spcBef>
              <a:spcAft>
                <a:spcPts val="0"/>
              </a:spcAft>
              <a:buSzPts val="1400"/>
              <a:buNone/>
              <a:defRPr sz="1800" b="0" i="0" u="none" strike="noStrike" cap="none">
                <a:solidFill>
                  <a:schemeClr val="dk1"/>
                </a:solidFill>
                <a:latin typeface="Palatino Linotype"/>
                <a:ea typeface="Palatino Linotype"/>
                <a:cs typeface="Palatino Linotype"/>
                <a:sym typeface="Palatino Linotype"/>
              </a:defRPr>
            </a:lvl9pPr>
          </a:lstStyle>
          <a:p>
            <a:r>
              <a:rPr lang="en-US"/>
              <a:t>First Review</a:t>
            </a:r>
          </a:p>
        </p:txBody>
      </p:sp>
    </p:spTree>
  </p:cSld>
  <p:clrMap bg1="lt1" tx1="dk1" bg2="dk2" tx2="lt2" accent1="accent1" accent2="accent2" accent3="accent3" accent4="accent4" accent5="accent5" accent6="accent6" hlink="hlink" folHlink="folHlink"/>
  <p:sldLayoutIdLst>
    <p:sldLayoutId id="2147483663" r:id="rId1"/>
  </p:sldLayoutIdLst>
  <p:transition spd="med">
    <p:fade/>
  </p:transition>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37"/>
        <p:cNvGrpSpPr/>
        <p:nvPr/>
      </p:nvGrpSpPr>
      <p:grpSpPr>
        <a:xfrm>
          <a:off x="0" y="0"/>
          <a:ext cx="0" cy="0"/>
          <a:chOff x="0" y="0"/>
          <a:chExt cx="0" cy="0"/>
        </a:xfrm>
      </p:grpSpPr>
      <p:sp>
        <p:nvSpPr>
          <p:cNvPr id="138" name="Google Shape;138;p18"/>
          <p:cNvSpPr txBox="1">
            <a:spLocks noGrp="1"/>
          </p:cNvSpPr>
          <p:nvPr>
            <p:ph type="subTitle" idx="1"/>
          </p:nvPr>
        </p:nvSpPr>
        <p:spPr>
          <a:xfrm>
            <a:off x="173037" y="3065462"/>
            <a:ext cx="11856900" cy="3633900"/>
          </a:xfrm>
          <a:prstGeom prst="rect">
            <a:avLst/>
          </a:prstGeom>
          <a:noFill/>
          <a:ln>
            <a:noFill/>
          </a:ln>
        </p:spPr>
        <p:txBody>
          <a:bodyPr spcFirstLastPara="1" wrap="square" lIns="91425" tIns="45700" rIns="91425" bIns="45700" anchor="t" anchorCtr="0">
            <a:normAutofit fontScale="55000" lnSpcReduction="20000"/>
          </a:bodyPr>
          <a:lstStyle/>
          <a:p>
            <a:pPr marL="0" lvl="0" indent="0" algn="ctr" rtl="0">
              <a:lnSpc>
                <a:spcPct val="100000"/>
              </a:lnSpc>
              <a:spcBef>
                <a:spcPts val="0"/>
              </a:spcBef>
              <a:spcAft>
                <a:spcPts val="0"/>
              </a:spcAft>
              <a:buSzPts val="2805"/>
              <a:buNone/>
            </a:pPr>
            <a:endParaRPr sz="3300" b="1" i="0" u="none">
              <a:solidFill>
                <a:srgbClr val="2B5259"/>
              </a:solidFill>
              <a:latin typeface="Helvetica Neue" panose="02000503000000020004"/>
              <a:ea typeface="Helvetica Neue" panose="02000503000000020004"/>
              <a:cs typeface="Helvetica Neue" panose="02000503000000020004"/>
              <a:sym typeface="Helvetica Neue" panose="02000503000000020004"/>
            </a:endParaRPr>
          </a:p>
          <a:p>
            <a:pPr marL="0" lvl="0" indent="0" algn="ctr" rtl="0">
              <a:lnSpc>
                <a:spcPct val="100000"/>
              </a:lnSpc>
              <a:spcBef>
                <a:spcPts val="500"/>
              </a:spcBef>
              <a:spcAft>
                <a:spcPts val="0"/>
              </a:spcAft>
              <a:buSzPts val="3230"/>
              <a:buNone/>
            </a:pPr>
            <a:r>
              <a:rPr lang="en-US" sz="3800" b="1" i="0" u="none" dirty="0">
                <a:solidFill>
                  <a:srgbClr val="00B050"/>
                </a:solidFill>
                <a:latin typeface="Times New Roman" panose="02020503050405090304"/>
                <a:ea typeface="Times New Roman" panose="02020503050405090304"/>
                <a:cs typeface="Times New Roman" panose="02020503050405090304"/>
                <a:sym typeface="Times New Roman" panose="02020503050405090304"/>
              </a:rPr>
              <a:t>Presented by:</a:t>
            </a:r>
          </a:p>
          <a:p>
            <a:r>
              <a:rPr lang="en-US" sz="2800" b="1" dirty="0" smtClean="0"/>
              <a:t>Presented by:</a:t>
            </a:r>
          </a:p>
          <a:p>
            <a:r>
              <a:rPr lang="en-US" sz="2800" b="1" dirty="0" smtClean="0"/>
              <a:t>24491A04L6(KANDIMALLA PARVATHI)</a:t>
            </a:r>
          </a:p>
          <a:p>
            <a:r>
              <a:rPr lang="en-US" sz="2800" b="1" dirty="0" smtClean="0"/>
              <a:t>24491A04M0(PATHI NANDINI)</a:t>
            </a:r>
          </a:p>
          <a:p>
            <a:r>
              <a:rPr lang="en-US" sz="2800" b="1" dirty="0" smtClean="0"/>
              <a:t>24491A04L8(KANUBUDDI ANITHA)</a:t>
            </a:r>
          </a:p>
          <a:p>
            <a:r>
              <a:rPr lang="en-US" sz="2800" b="1" dirty="0" smtClean="0"/>
              <a:t>24491A04N2(SHAIK MUJWIN)</a:t>
            </a:r>
          </a:p>
          <a:p>
            <a:r>
              <a:rPr lang="en-US" sz="2800" b="1" dirty="0" smtClean="0"/>
              <a:t>24491A04Q0(PIDATHALA YASWANTH)</a:t>
            </a:r>
          </a:p>
          <a:p>
            <a:r>
              <a:rPr lang="en-US" sz="2800" b="1" dirty="0" smtClean="0"/>
              <a:t>24491A04J5(NALAMALA NARASIMHAM)</a:t>
            </a:r>
            <a:endParaRPr lang="en-US" sz="2700" b="1" i="0" u="none" dirty="0">
              <a:solidFill>
                <a:srgbClr val="000000"/>
              </a:solidFill>
              <a:latin typeface="Times New Roman" panose="02020503050405090304"/>
              <a:ea typeface="Times New Roman" panose="02020503050405090304"/>
              <a:cs typeface="Times New Roman" panose="02020503050405090304"/>
              <a:sym typeface="Times New Roman" panose="02020503050405090304"/>
            </a:endParaRPr>
          </a:p>
          <a:p>
            <a:pPr marL="0" lvl="0" indent="0" algn="r" rtl="0">
              <a:lnSpc>
                <a:spcPct val="100000"/>
              </a:lnSpc>
              <a:spcBef>
                <a:spcPts val="500"/>
              </a:spcBef>
              <a:spcAft>
                <a:spcPts val="0"/>
              </a:spcAft>
              <a:buSzPts val="2805"/>
              <a:buNone/>
            </a:pPr>
            <a:r>
              <a:rPr lang="en-US" sz="3300" b="1" i="1" u="none" dirty="0">
                <a:solidFill>
                  <a:srgbClr val="00B050"/>
                </a:solidFill>
                <a:latin typeface="Times New Roman" panose="02020503050405090304"/>
                <a:ea typeface="Times New Roman" panose="02020503050405090304"/>
                <a:cs typeface="Times New Roman" panose="02020503050405090304"/>
                <a:sym typeface="Times New Roman" panose="02020503050405090304"/>
              </a:rPr>
              <a:t>	Under the Guidance of                                          </a:t>
            </a:r>
          </a:p>
          <a:p>
            <a:pPr marL="0" lvl="0" indent="0" algn="r">
              <a:spcBef>
                <a:spcPts val="500"/>
              </a:spcBef>
              <a:buSzPts val="2805"/>
            </a:pPr>
            <a:r>
              <a:rPr lang="en-US" sz="1800" b="1" i="1" dirty="0" smtClean="0"/>
              <a:t>MR.K.RAMANJANEYULU</a:t>
            </a:r>
            <a:endParaRPr lang="en-US" sz="3300" b="1" i="1" u="none" dirty="0">
              <a:solidFill>
                <a:srgbClr val="002060"/>
              </a:solidFill>
              <a:latin typeface="Times New Roman" panose="02020503050405090304"/>
              <a:ea typeface="Times New Roman" panose="02020503050405090304"/>
              <a:cs typeface="Times New Roman" panose="02020503050405090304"/>
              <a:sym typeface="Times New Roman" panose="02020503050405090304"/>
            </a:endParaRPr>
          </a:p>
          <a:p>
            <a:pPr marL="0" lvl="0" indent="0" algn="r" rtl="0">
              <a:lnSpc>
                <a:spcPct val="100000"/>
              </a:lnSpc>
              <a:spcBef>
                <a:spcPts val="500"/>
              </a:spcBef>
              <a:spcAft>
                <a:spcPts val="0"/>
              </a:spcAft>
              <a:buSzPts val="1530"/>
              <a:buNone/>
            </a:pPr>
            <a:r>
              <a:rPr lang="en-US" sz="1800" b="1" i="1" u="none" dirty="0">
                <a:solidFill>
                  <a:srgbClr val="002060"/>
                </a:solidFill>
                <a:latin typeface="Times New Roman" panose="02020503050405090304"/>
                <a:ea typeface="Times New Roman" panose="02020503050405090304"/>
                <a:cs typeface="Times New Roman" panose="02020503050405090304"/>
                <a:sym typeface="Times New Roman" panose="02020503050405090304"/>
              </a:rPr>
              <a:t>Assistant professor</a:t>
            </a:r>
          </a:p>
          <a:p>
            <a:pPr marL="0" lvl="0" indent="0" algn="r" rtl="0">
              <a:lnSpc>
                <a:spcPct val="100000"/>
              </a:lnSpc>
              <a:spcBef>
                <a:spcPts val="500"/>
              </a:spcBef>
              <a:spcAft>
                <a:spcPts val="0"/>
              </a:spcAft>
              <a:buSzPts val="1360"/>
              <a:buNone/>
            </a:pPr>
            <a:r>
              <a:rPr lang="en-US" sz="1600" b="1" i="0" u="none" dirty="0">
                <a:solidFill>
                  <a:schemeClr val="dk2"/>
                </a:solidFill>
                <a:latin typeface="Times New Roman" panose="02020503050405090304"/>
                <a:ea typeface="Times New Roman" panose="02020503050405090304"/>
                <a:cs typeface="Times New Roman" panose="02020503050405090304"/>
                <a:sym typeface="Times New Roman" panose="02020503050405090304"/>
              </a:rPr>
              <a:t>Department of </a:t>
            </a:r>
            <a:r>
              <a:rPr lang="en-US" sz="1600" b="1" i="0" u="none" dirty="0" smtClean="0">
                <a:solidFill>
                  <a:schemeClr val="dk2"/>
                </a:solidFill>
                <a:latin typeface="Times New Roman" panose="02020503050405090304"/>
                <a:ea typeface="Times New Roman" panose="02020503050405090304"/>
                <a:cs typeface="Times New Roman" panose="02020503050405090304"/>
                <a:sym typeface="Times New Roman" panose="02020503050405090304"/>
              </a:rPr>
              <a:t>-----------ECE-</a:t>
            </a:r>
            <a:r>
              <a:rPr lang="en-US" sz="1600" b="1" i="0" u="none" dirty="0">
                <a:solidFill>
                  <a:schemeClr val="dk2"/>
                </a:solidFill>
                <a:latin typeface="Times New Roman" panose="02020503050405090304"/>
                <a:ea typeface="Times New Roman" panose="02020503050405090304"/>
                <a:cs typeface="Times New Roman" panose="02020503050405090304"/>
                <a:sym typeface="Times New Roman" panose="02020503050405090304"/>
              </a:rPr>
              <a:t>-------------------</a:t>
            </a:r>
            <a:endParaRPr sz="1600" b="1" i="0" u="none">
              <a:solidFill>
                <a:schemeClr val="dk2"/>
              </a:solidFill>
              <a:latin typeface="Times New Roman" panose="02020503050405090304"/>
              <a:ea typeface="Times New Roman" panose="02020503050405090304"/>
              <a:cs typeface="Times New Roman" panose="02020503050405090304"/>
              <a:sym typeface="Times New Roman" panose="02020503050405090304"/>
            </a:endParaRPr>
          </a:p>
          <a:p>
            <a:pPr marL="0" lvl="0" indent="0" algn="r" rtl="0">
              <a:lnSpc>
                <a:spcPct val="100000"/>
              </a:lnSpc>
              <a:spcBef>
                <a:spcPts val="500"/>
              </a:spcBef>
              <a:spcAft>
                <a:spcPts val="0"/>
              </a:spcAft>
              <a:buSzPts val="2805"/>
              <a:buNone/>
            </a:pPr>
            <a:endParaRPr sz="3300" b="0" i="0" u="none">
              <a:solidFill>
                <a:schemeClr val="dk2"/>
              </a:solidFill>
              <a:latin typeface="Helvetica Neue" panose="02000503000000020004"/>
              <a:ea typeface="Helvetica Neue" panose="02000503000000020004"/>
              <a:cs typeface="Helvetica Neue" panose="02000503000000020004"/>
              <a:sym typeface="Helvetica Neue" panose="02000503000000020004"/>
            </a:endParaRPr>
          </a:p>
          <a:p>
            <a:pPr marL="0" lvl="0" indent="0" algn="ctr" rtl="0">
              <a:lnSpc>
                <a:spcPct val="80000"/>
              </a:lnSpc>
              <a:spcBef>
                <a:spcPts val="500"/>
              </a:spcBef>
              <a:spcAft>
                <a:spcPts val="0"/>
              </a:spcAft>
              <a:buSzPts val="2805"/>
              <a:buNone/>
            </a:pPr>
            <a:endParaRPr sz="3300" b="0" i="0" u="none">
              <a:solidFill>
                <a:schemeClr val="dk2"/>
              </a:solidFill>
              <a:latin typeface="Palatino Linotype"/>
              <a:ea typeface="Palatino Linotype"/>
              <a:cs typeface="Palatino Linotype"/>
              <a:sym typeface="Palatino Linotype"/>
            </a:endParaRPr>
          </a:p>
          <a:p>
            <a:pPr marL="0" lvl="0" indent="0" algn="ctr" rtl="0">
              <a:spcBef>
                <a:spcPts val="575"/>
              </a:spcBef>
              <a:spcAft>
                <a:spcPts val="0"/>
              </a:spcAft>
              <a:buSzPts val="2805"/>
              <a:buNone/>
            </a:pPr>
            <a:endParaRPr sz="3300" b="0" i="0" u="none">
              <a:solidFill>
                <a:schemeClr val="dk2"/>
              </a:solidFill>
              <a:latin typeface="Palatino Linotype"/>
              <a:ea typeface="Palatino Linotype"/>
              <a:cs typeface="Palatino Linotype"/>
              <a:sym typeface="Palatino Linotype"/>
            </a:endParaRPr>
          </a:p>
        </p:txBody>
      </p:sp>
      <p:sp>
        <p:nvSpPr>
          <p:cNvPr id="139" name="Google Shape;139;p18"/>
          <p:cNvSpPr txBox="1">
            <a:spLocks noGrp="1"/>
          </p:cNvSpPr>
          <p:nvPr>
            <p:ph type="ctrTitle"/>
          </p:nvPr>
        </p:nvSpPr>
        <p:spPr>
          <a:xfrm>
            <a:off x="263525" y="1465262"/>
            <a:ext cx="11998200" cy="1668600"/>
          </a:xfrm>
          <a:prstGeom prst="rect">
            <a:avLst/>
          </a:prstGeom>
          <a:noFill/>
          <a:ln>
            <a:noFill/>
          </a:ln>
        </p:spPr>
        <p:txBody>
          <a:bodyPr spcFirstLastPara="1" wrap="square" lIns="91425" tIns="45700" rIns="91425" bIns="91425" anchor="ctr" anchorCtr="0">
            <a:noAutofit/>
          </a:bodyPr>
          <a:lstStyle/>
          <a:p>
            <a:pPr marL="0" lvl="0" indent="0" algn="ctr" rtl="0">
              <a:lnSpc>
                <a:spcPct val="100000"/>
              </a:lnSpc>
              <a:spcBef>
                <a:spcPts val="0"/>
              </a:spcBef>
              <a:spcAft>
                <a:spcPts val="0"/>
              </a:spcAft>
              <a:buClr>
                <a:schemeClr val="lt1"/>
              </a:buClr>
              <a:buSzPts val="4000"/>
              <a:buFont typeface="Times New Roman" panose="02020503050405090304"/>
              <a:buNone/>
            </a:pPr>
            <a:r>
              <a:rPr lang="en-US" sz="4000" b="1" i="0" u="none">
                <a:solidFill>
                  <a:schemeClr val="lt1"/>
                </a:solidFill>
                <a:latin typeface="Times New Roman" panose="02020503050405090304"/>
                <a:ea typeface="Times New Roman" panose="02020503050405090304"/>
                <a:cs typeface="Times New Roman" panose="02020503050405090304"/>
                <a:sym typeface="Times New Roman" panose="02020503050405090304"/>
              </a:rPr>
              <a:t>Title</a:t>
            </a:r>
          </a:p>
        </p:txBody>
      </p:sp>
      <p:pic>
        <p:nvPicPr>
          <p:cNvPr id="140" name="Google Shape;140;p18"/>
          <p:cNvPicPr preferRelativeResize="0"/>
          <p:nvPr/>
        </p:nvPicPr>
        <p:blipFill rotWithShape="1">
          <a:blip r:embed="rId3"/>
          <a:srcRect/>
          <a:stretch>
            <a:fillRect/>
          </a:stretch>
        </p:blipFill>
        <p:spPr>
          <a:xfrm>
            <a:off x="10920412" y="158750"/>
            <a:ext cx="981075" cy="838200"/>
          </a:xfrm>
          <a:prstGeom prst="rect">
            <a:avLst/>
          </a:prstGeom>
          <a:noFill/>
          <a:ln>
            <a:noFill/>
          </a:ln>
        </p:spPr>
      </p:pic>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147" name="Google Shape;147;p19"/>
          <p:cNvSpPr txBox="1">
            <a:spLocks noGrp="1"/>
          </p:cNvSpPr>
          <p:nvPr>
            <p:ph type="body" idx="1"/>
          </p:nvPr>
        </p:nvSpPr>
        <p:spPr>
          <a:xfrm>
            <a:off x="1219200" y="1081087"/>
            <a:ext cx="9496500" cy="5072100"/>
          </a:xfrm>
          <a:prstGeom prst="rect">
            <a:avLst/>
          </a:prstGeom>
          <a:noFill/>
          <a:ln>
            <a:noFill/>
          </a:ln>
        </p:spPr>
        <p:txBody>
          <a:bodyPr spcFirstLastPara="1" wrap="square" lIns="91425" tIns="45700" rIns="91425" bIns="45700" anchor="t" anchorCtr="0">
            <a:normAutofit/>
          </a:bodyPr>
          <a:lstStyle/>
          <a:p>
            <a:pPr marL="273050" marR="0" lvl="0" indent="-213360" algn="l" rtl="0">
              <a:lnSpc>
                <a:spcPct val="100000"/>
              </a:lnSpc>
              <a:spcBef>
                <a:spcPts val="0"/>
              </a:spcBef>
              <a:spcAft>
                <a:spcPts val="0"/>
              </a:spcAft>
              <a:buClr>
                <a:schemeClr val="accent1"/>
              </a:buClr>
              <a:buSzPts val="935"/>
              <a:buFont typeface="Noto Sans Symbols"/>
              <a:buNone/>
            </a:pPr>
            <a:endParaRPr sz="1100" b="0" i="0" u="none" strike="noStrike" cap="none">
              <a:solidFill>
                <a:schemeClr val="dk1"/>
              </a:solidFill>
              <a:latin typeface="Times New Roman" panose="02020503050405090304"/>
              <a:ea typeface="Times New Roman" panose="02020503050405090304"/>
              <a:cs typeface="Times New Roman" panose="02020503050405090304"/>
              <a:sym typeface="Times New Roman" panose="02020503050405090304"/>
            </a:endParaRPr>
          </a:p>
          <a:p>
            <a:pPr marL="273050" marR="0" lvl="0" indent="-273050" algn="l" rtl="0">
              <a:lnSpc>
                <a:spcPct val="100000"/>
              </a:lnSpc>
              <a:spcBef>
                <a:spcPts val="1600"/>
              </a:spcBef>
              <a:spcAft>
                <a:spcPts val="0"/>
              </a:spcAft>
              <a:buClr>
                <a:schemeClr val="accent1"/>
              </a:buClr>
              <a:buSzPts val="1530"/>
              <a:buFont typeface="Noto Sans Symbols"/>
              <a:buChar char="❑"/>
            </a:pPr>
            <a:r>
              <a:rPr lang="en-US" sz="1800" b="0" i="0" u="none" strike="noStrike" cap="none">
                <a:solidFill>
                  <a:schemeClr val="dk1"/>
                </a:solidFill>
                <a:latin typeface="Times New Roman" panose="02020503050405090304"/>
                <a:ea typeface="Times New Roman" panose="02020503050405090304"/>
                <a:cs typeface="Times New Roman" panose="02020503050405090304"/>
                <a:sym typeface="Times New Roman" panose="02020503050405090304"/>
              </a:rPr>
              <a:t>ABSTRACT</a:t>
            </a:r>
          </a:p>
          <a:p>
            <a:pPr marL="273050" marR="0" lvl="0" indent="-273050" algn="l" rtl="0">
              <a:lnSpc>
                <a:spcPct val="100000"/>
              </a:lnSpc>
              <a:spcBef>
                <a:spcPts val="1600"/>
              </a:spcBef>
              <a:spcAft>
                <a:spcPts val="0"/>
              </a:spcAft>
              <a:buClr>
                <a:schemeClr val="accent1"/>
              </a:buClr>
              <a:buSzPts val="1530"/>
              <a:buFont typeface="Noto Sans Symbols"/>
              <a:buChar char="❑"/>
            </a:pPr>
            <a:r>
              <a:rPr lang="en-US" sz="1800" b="0" i="0" u="none" strike="noStrike" cap="none">
                <a:solidFill>
                  <a:schemeClr val="dk1"/>
                </a:solidFill>
                <a:latin typeface="Times New Roman" panose="02020503050405090304"/>
                <a:ea typeface="Times New Roman" panose="02020503050405090304"/>
                <a:cs typeface="Times New Roman" panose="02020503050405090304"/>
                <a:sym typeface="Times New Roman" panose="02020503050405090304"/>
              </a:rPr>
              <a:t>INTRODUCTION</a:t>
            </a:r>
          </a:p>
          <a:p>
            <a:pPr marL="273050" marR="0" lvl="0" indent="-273050" algn="l" rtl="0">
              <a:lnSpc>
                <a:spcPct val="100000"/>
              </a:lnSpc>
              <a:spcBef>
                <a:spcPts val="1600"/>
              </a:spcBef>
              <a:spcAft>
                <a:spcPts val="0"/>
              </a:spcAft>
              <a:buClr>
                <a:schemeClr val="accent1"/>
              </a:buClr>
              <a:buSzPts val="1530"/>
              <a:buFont typeface="Noto Sans Symbols"/>
              <a:buChar char="❑"/>
            </a:pPr>
            <a:r>
              <a:rPr lang="en-US" sz="1800" b="0" i="0" u="none" strike="noStrike" cap="none">
                <a:solidFill>
                  <a:schemeClr val="dk1"/>
                </a:solidFill>
                <a:latin typeface="Times New Roman" panose="02020503050405090304"/>
                <a:ea typeface="Times New Roman" panose="02020503050405090304"/>
                <a:cs typeface="Times New Roman" panose="02020503050405090304"/>
                <a:sym typeface="Times New Roman" panose="02020503050405090304"/>
              </a:rPr>
              <a:t>LITERATURE REVIEW</a:t>
            </a:r>
          </a:p>
          <a:p>
            <a:pPr marL="273050" marR="0" lvl="0" indent="-273050" algn="l" rtl="0">
              <a:lnSpc>
                <a:spcPct val="100000"/>
              </a:lnSpc>
              <a:spcBef>
                <a:spcPts val="1600"/>
              </a:spcBef>
              <a:spcAft>
                <a:spcPts val="0"/>
              </a:spcAft>
              <a:buClr>
                <a:schemeClr val="accent1"/>
              </a:buClr>
              <a:buSzPts val="1530"/>
              <a:buFont typeface="Noto Sans Symbols"/>
              <a:buChar char="❑"/>
            </a:pPr>
            <a:r>
              <a:rPr lang="en-US" sz="1800" b="0" i="0" u="none" strike="noStrike" cap="none">
                <a:solidFill>
                  <a:schemeClr val="dk1"/>
                </a:solidFill>
                <a:latin typeface="Times New Roman" panose="02020503050405090304"/>
                <a:ea typeface="Times New Roman" panose="02020503050405090304"/>
                <a:cs typeface="Times New Roman" panose="02020503050405090304"/>
                <a:sym typeface="Times New Roman" panose="02020503050405090304"/>
              </a:rPr>
              <a:t>OBJECTIVE</a:t>
            </a:r>
          </a:p>
          <a:p>
            <a:pPr marL="273050" marR="0" lvl="0" indent="-273050" algn="l" rtl="0">
              <a:lnSpc>
                <a:spcPct val="100000"/>
              </a:lnSpc>
              <a:spcBef>
                <a:spcPts val="1600"/>
              </a:spcBef>
              <a:spcAft>
                <a:spcPts val="0"/>
              </a:spcAft>
              <a:buClr>
                <a:schemeClr val="accent1"/>
              </a:buClr>
              <a:buSzPts val="1530"/>
              <a:buFont typeface="Noto Sans Symbols"/>
              <a:buChar char="❑"/>
            </a:pPr>
            <a:r>
              <a:rPr lang="en-US" sz="1800" b="0" i="0" u="none" strike="noStrike" cap="none">
                <a:solidFill>
                  <a:schemeClr val="dk1"/>
                </a:solidFill>
                <a:latin typeface="Times New Roman" panose="02020503050405090304"/>
                <a:ea typeface="Times New Roman" panose="02020503050405090304"/>
                <a:cs typeface="Times New Roman" panose="02020503050405090304"/>
                <a:sym typeface="Times New Roman" panose="02020503050405090304"/>
              </a:rPr>
              <a:t>EXISTING METHOD</a:t>
            </a:r>
          </a:p>
          <a:p>
            <a:pPr marL="273050" marR="0" lvl="0" indent="-273050" algn="l" rtl="0">
              <a:lnSpc>
                <a:spcPct val="100000"/>
              </a:lnSpc>
              <a:spcBef>
                <a:spcPts val="1600"/>
              </a:spcBef>
              <a:spcAft>
                <a:spcPts val="0"/>
              </a:spcAft>
              <a:buClr>
                <a:schemeClr val="accent1"/>
              </a:buClr>
              <a:buSzPts val="1530"/>
              <a:buFont typeface="Noto Sans Symbols"/>
              <a:buChar char="❑"/>
            </a:pPr>
            <a:r>
              <a:rPr lang="en-US" sz="1800" b="0" i="0" u="none" strike="noStrike" cap="none">
                <a:solidFill>
                  <a:schemeClr val="dk1"/>
                </a:solidFill>
                <a:latin typeface="Times New Roman" panose="02020503050405090304"/>
                <a:ea typeface="Times New Roman" panose="02020503050405090304"/>
                <a:cs typeface="Times New Roman" panose="02020503050405090304"/>
                <a:sym typeface="Times New Roman" panose="02020503050405090304"/>
              </a:rPr>
              <a:t>PROPOSED METHOD</a:t>
            </a:r>
          </a:p>
          <a:p>
            <a:pPr marL="273050" marR="0" lvl="0" indent="-273050" algn="l" rtl="0">
              <a:lnSpc>
                <a:spcPct val="100000"/>
              </a:lnSpc>
              <a:spcBef>
                <a:spcPts val="1600"/>
              </a:spcBef>
              <a:spcAft>
                <a:spcPts val="0"/>
              </a:spcAft>
              <a:buClr>
                <a:schemeClr val="accent1"/>
              </a:buClr>
              <a:buSzPts val="1530"/>
              <a:buFont typeface="Noto Sans Symbols"/>
              <a:buChar char="❑"/>
            </a:pPr>
            <a:r>
              <a:rPr lang="en-US" sz="1800" b="0" i="0" u="none" strike="noStrike" cap="none">
                <a:solidFill>
                  <a:schemeClr val="dk1"/>
                </a:solidFill>
                <a:latin typeface="Times New Roman" panose="02020503050405090304"/>
                <a:ea typeface="Times New Roman" panose="02020503050405090304"/>
                <a:cs typeface="Times New Roman" panose="02020503050405090304"/>
                <a:sym typeface="Times New Roman" panose="02020503050405090304"/>
              </a:rPr>
              <a:t>HARDWARE &amp; SOFTWARE INVOLVED</a:t>
            </a:r>
          </a:p>
          <a:p>
            <a:pPr marL="273050" marR="0" lvl="0" indent="-273050" algn="l" rtl="0">
              <a:lnSpc>
                <a:spcPct val="100000"/>
              </a:lnSpc>
              <a:spcBef>
                <a:spcPts val="1600"/>
              </a:spcBef>
              <a:spcAft>
                <a:spcPts val="0"/>
              </a:spcAft>
              <a:buClr>
                <a:schemeClr val="accent1"/>
              </a:buClr>
              <a:buSzPts val="1530"/>
              <a:buFont typeface="Noto Sans Symbols"/>
              <a:buChar char="❑"/>
            </a:pPr>
            <a:r>
              <a:rPr lang="en-US" sz="1800" b="0" i="0" u="none" strike="noStrike" cap="none">
                <a:solidFill>
                  <a:schemeClr val="dk1"/>
                </a:solidFill>
                <a:latin typeface="Times New Roman" panose="02020503050405090304"/>
                <a:ea typeface="Times New Roman" panose="02020503050405090304"/>
                <a:cs typeface="Times New Roman" panose="02020503050405090304"/>
                <a:sym typeface="Times New Roman" panose="02020503050405090304"/>
              </a:rPr>
              <a:t>ADVANTAGES AND APPLICATION</a:t>
            </a:r>
          </a:p>
          <a:p>
            <a:pPr marL="273050" marR="0" lvl="0" indent="-273050" algn="l" rtl="0">
              <a:lnSpc>
                <a:spcPct val="100000"/>
              </a:lnSpc>
              <a:spcBef>
                <a:spcPts val="1600"/>
              </a:spcBef>
              <a:spcAft>
                <a:spcPts val="0"/>
              </a:spcAft>
              <a:buClr>
                <a:schemeClr val="accent1"/>
              </a:buClr>
              <a:buSzPts val="1530"/>
              <a:buFont typeface="Noto Sans Symbols"/>
              <a:buChar char="❑"/>
            </a:pPr>
            <a:r>
              <a:rPr lang="en-US" sz="1800" b="0" i="0" u="none" strike="noStrike" cap="none">
                <a:solidFill>
                  <a:schemeClr val="dk1"/>
                </a:solidFill>
                <a:latin typeface="Times New Roman" panose="02020503050405090304"/>
                <a:ea typeface="Times New Roman" panose="02020503050405090304"/>
                <a:cs typeface="Times New Roman" panose="02020503050405090304"/>
                <a:sym typeface="Times New Roman" panose="02020503050405090304"/>
              </a:rPr>
              <a:t>REFERENCES</a:t>
            </a:r>
          </a:p>
          <a:p>
            <a:pPr marL="273050" marR="0" lvl="0" indent="-175895" algn="l" rtl="0">
              <a:spcBef>
                <a:spcPts val="1375"/>
              </a:spcBef>
              <a:spcAft>
                <a:spcPts val="0"/>
              </a:spcAft>
              <a:buClr>
                <a:schemeClr val="accent1"/>
              </a:buClr>
              <a:buSzPts val="1530"/>
              <a:buFont typeface="Noto Sans Symbols"/>
              <a:buNone/>
            </a:pPr>
            <a:endParaRPr sz="1800" b="0" i="0" u="none">
              <a:solidFill>
                <a:schemeClr val="dk1"/>
              </a:solidFill>
              <a:latin typeface="Times New Roman" panose="02020503050405090304"/>
              <a:ea typeface="Times New Roman" panose="02020503050405090304"/>
              <a:cs typeface="Times New Roman" panose="02020503050405090304"/>
              <a:sym typeface="Times New Roman" panose="02020503050405090304"/>
            </a:endParaRPr>
          </a:p>
        </p:txBody>
      </p:sp>
      <p:sp>
        <p:nvSpPr>
          <p:cNvPr id="148" name="Google Shape;148;p19"/>
          <p:cNvSpPr txBox="1">
            <a:spLocks noGrp="1"/>
          </p:cNvSpPr>
          <p:nvPr>
            <p:ph type="title"/>
          </p:nvPr>
        </p:nvSpPr>
        <p:spPr>
          <a:xfrm>
            <a:off x="358775" y="176212"/>
            <a:ext cx="11553900" cy="1066800"/>
          </a:xfrm>
          <a:prstGeom prst="rect">
            <a:avLst/>
          </a:prstGeom>
          <a:noFill/>
          <a:ln>
            <a:noFill/>
          </a:ln>
        </p:spPr>
        <p:txBody>
          <a:bodyPr spcFirstLastPara="1" wrap="square" lIns="91425" tIns="45700" rIns="91425" bIns="91425" anchor="b" anchorCtr="0">
            <a:normAutofit/>
          </a:bodyPr>
          <a:lstStyle/>
          <a:p>
            <a:pPr marL="0" lvl="0" indent="0" algn="ctr" rtl="0">
              <a:lnSpc>
                <a:spcPct val="100000"/>
              </a:lnSpc>
              <a:spcBef>
                <a:spcPts val="0"/>
              </a:spcBef>
              <a:spcAft>
                <a:spcPts val="0"/>
              </a:spcAft>
              <a:buClr>
                <a:srgbClr val="0E58C4"/>
              </a:buClr>
              <a:buSzPts val="4000"/>
              <a:buFont typeface="Times New Roman" panose="02020503050405090304"/>
              <a:buNone/>
            </a:pPr>
            <a:r>
              <a:rPr lang="en-US" sz="40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Outline</a:t>
            </a:r>
          </a:p>
        </p:txBody>
      </p:sp>
      <p:sp>
        <p:nvSpPr>
          <p:cNvPr id="149" name="Google Shape;149;p19"/>
          <p:cNvSpPr txBox="1"/>
          <p:nvPr/>
        </p:nvSpPr>
        <p:spPr>
          <a:xfrm>
            <a:off x="966787" y="6400800"/>
            <a:ext cx="5283300" cy="4572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Palatino Linotype"/>
              <a:ea typeface="Palatino Linotype"/>
              <a:cs typeface="Palatino Linotype"/>
              <a:sym typeface="Palatino Linotype"/>
            </a:endParaRPr>
          </a:p>
        </p:txBody>
      </p:sp>
      <p:pic>
        <p:nvPicPr>
          <p:cNvPr id="150" name="Google Shape;150;p19"/>
          <p:cNvPicPr preferRelativeResize="0"/>
          <p:nvPr/>
        </p:nvPicPr>
        <p:blipFill rotWithShape="1">
          <a:blip r:embed="rId3"/>
          <a:srcRect/>
          <a:stretch>
            <a:fillRect/>
          </a:stretch>
        </p:blipFill>
        <p:spPr>
          <a:xfrm>
            <a:off x="10920412" y="158750"/>
            <a:ext cx="981075" cy="838200"/>
          </a:xfrm>
          <a:prstGeom prst="rect">
            <a:avLst/>
          </a:prstGeom>
          <a:noFill/>
          <a:ln>
            <a:noFill/>
          </a:ln>
        </p:spPr>
      </p:pic>
    </p:spTree>
  </p:cSld>
  <p:clrMapOvr>
    <a:masterClrMapping/>
  </p:clrMapOvr>
  <p:transition spd="med">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55"/>
        <p:cNvGrpSpPr/>
        <p:nvPr/>
      </p:nvGrpSpPr>
      <p:grpSpPr>
        <a:xfrm>
          <a:off x="0" y="0"/>
          <a:ext cx="0" cy="0"/>
          <a:chOff x="0" y="0"/>
          <a:chExt cx="0" cy="0"/>
        </a:xfrm>
      </p:grpSpPr>
      <p:sp>
        <p:nvSpPr>
          <p:cNvPr id="156" name="Google Shape;156;p20"/>
          <p:cNvSpPr txBox="1">
            <a:spLocks noGrp="1"/>
          </p:cNvSpPr>
          <p:nvPr>
            <p:ph type="body" idx="1"/>
          </p:nvPr>
        </p:nvSpPr>
        <p:spPr>
          <a:xfrm>
            <a:off x="1219200" y="1447800"/>
            <a:ext cx="10363200" cy="4800600"/>
          </a:xfrm>
          <a:prstGeom prst="rect">
            <a:avLst/>
          </a:prstGeom>
          <a:noFill/>
          <a:ln>
            <a:noFill/>
          </a:ln>
        </p:spPr>
        <p:txBody>
          <a:bodyPr spcFirstLastPara="1" wrap="square" lIns="91425" tIns="45700" rIns="91425" bIns="45700" anchor="t" anchorCtr="0">
            <a:noAutofit/>
          </a:bodyPr>
          <a:lstStyle/>
          <a:p>
            <a:pPr marL="273050" indent="-273050">
              <a:spcBef>
                <a:spcPts val="0"/>
              </a:spcBef>
              <a:buSzPts val="2380"/>
              <a:buNone/>
            </a:pPr>
            <a:r>
              <a:rPr lang="en-US" sz="1800" dirty="0" smtClean="0">
                <a:latin typeface="Times New Roman" pitchFamily="18" charset="0"/>
                <a:cs typeface="Times New Roman" pitchFamily="18" charset="0"/>
              </a:rPr>
              <a:t>Waste management is a critical challenge in modern society, and improper segregation at the source leads to environmental pollution, increased landfill waste, and reduced recycling efficiency. This project proposes the design and development of a </a:t>
            </a:r>
            <a:r>
              <a:rPr lang="en-US" sz="1800" b="1" dirty="0" smtClean="0">
                <a:latin typeface="Times New Roman" pitchFamily="18" charset="0"/>
                <a:cs typeface="Times New Roman" pitchFamily="18" charset="0"/>
              </a:rPr>
              <a:t>smart dustbin</a:t>
            </a:r>
            <a:r>
              <a:rPr lang="en-US" sz="1800" dirty="0" smtClean="0">
                <a:latin typeface="Times New Roman" pitchFamily="18" charset="0"/>
                <a:cs typeface="Times New Roman" pitchFamily="18" charset="0"/>
              </a:rPr>
              <a:t> capable of automatically segregating </a:t>
            </a:r>
            <a:r>
              <a:rPr lang="en-US" sz="1800" b="1" dirty="0" smtClean="0">
                <a:latin typeface="Times New Roman" pitchFamily="18" charset="0"/>
                <a:cs typeface="Times New Roman" pitchFamily="18" charset="0"/>
              </a:rPr>
              <a:t>dry and wet waste</a:t>
            </a:r>
            <a:r>
              <a:rPr lang="en-US" sz="1800" dirty="0" smtClean="0">
                <a:latin typeface="Times New Roman" pitchFamily="18" charset="0"/>
                <a:cs typeface="Times New Roman" pitchFamily="18" charset="0"/>
              </a:rPr>
              <a:t> using sensors and a microcontroller-based control system. The dustbin utilizes sensors such as moisture and infrared to identify the type of waste, and a servo motor mechanism diverts the waste into the appropriate bin. This automated process minimizes human effort, improves hygiene, and ensures accurate segregation from the point of disposal. The proposed system enhances waste collection efficiency, supports recycling processes, and contributes to sustainable waste management practices. Overall, this smart dustbin provides a practical and scalable solution for households, institutions, and public places to promote cleaner and more environmentally responsible waste disposal</a:t>
            </a:r>
            <a:r>
              <a:rPr lang="en-US" sz="1800" dirty="0" smtClean="0">
                <a:latin typeface="Times New Roman" pitchFamily="18" charset="0"/>
                <a:cs typeface="Times New Roman" pitchFamily="18" charset="0"/>
              </a:rPr>
              <a:t>.</a:t>
            </a:r>
            <a:r>
              <a:rPr lang="en-US" sz="1800" dirty="0" smtClean="0">
                <a:latin typeface="Times New Roman" pitchFamily="18" charset="0"/>
                <a:cs typeface="Times New Roman" pitchFamily="18" charset="0"/>
              </a:rPr>
              <a:t> This project presents a smart dustbin that automatically segregates dry and wet waste using sensors and a microcontroller.</a:t>
            </a:r>
            <a:br>
              <a:rPr lang="en-US" sz="1800" dirty="0" smtClean="0">
                <a:latin typeface="Times New Roman" pitchFamily="18" charset="0"/>
                <a:cs typeface="Times New Roman" pitchFamily="18" charset="0"/>
              </a:rPr>
            </a:br>
            <a:r>
              <a:rPr lang="en-US" sz="1800" dirty="0" smtClean="0">
                <a:latin typeface="Times New Roman" pitchFamily="18" charset="0"/>
                <a:cs typeface="Times New Roman" pitchFamily="18" charset="0"/>
              </a:rPr>
              <a:t>The system identifies waste type and directs it to the appropriate compartment through a motorized mechanism.</a:t>
            </a:r>
            <a:br>
              <a:rPr lang="en-US" sz="1800" dirty="0" smtClean="0">
                <a:latin typeface="Times New Roman" pitchFamily="18" charset="0"/>
                <a:cs typeface="Times New Roman" pitchFamily="18" charset="0"/>
              </a:rPr>
            </a:br>
            <a:r>
              <a:rPr lang="en-US" sz="1800" dirty="0" smtClean="0">
                <a:latin typeface="Times New Roman" pitchFamily="18" charset="0"/>
                <a:cs typeface="Times New Roman" pitchFamily="18" charset="0"/>
              </a:rPr>
              <a:t>This reduces human effort, improves hygiene, and enhances recycling efficiency by ensuring proper segregation at the source.</a:t>
            </a:r>
            <a:br>
              <a:rPr lang="en-US" sz="1800" dirty="0" smtClean="0">
                <a:latin typeface="Times New Roman" pitchFamily="18" charset="0"/>
                <a:cs typeface="Times New Roman" pitchFamily="18" charset="0"/>
              </a:rPr>
            </a:br>
            <a:r>
              <a:rPr lang="en-US" sz="1800" dirty="0" smtClean="0">
                <a:latin typeface="Times New Roman" pitchFamily="18" charset="0"/>
                <a:cs typeface="Times New Roman" pitchFamily="18" charset="0"/>
              </a:rPr>
              <a:t>The smart dustbin supports sustainable waste management and can be applied in homes, institutions, and public environments.</a:t>
            </a:r>
          </a:p>
          <a:p>
            <a:pPr marL="273050" indent="-273050">
              <a:spcBef>
                <a:spcPts val="0"/>
              </a:spcBef>
              <a:buSzPts val="2380"/>
              <a:buNone/>
            </a:pPr>
            <a:endParaRPr lang="en-US" sz="1800" dirty="0" smtClean="0">
              <a:latin typeface="Times New Roman" pitchFamily="18" charset="0"/>
              <a:cs typeface="Times New Roman" pitchFamily="18" charset="0"/>
            </a:endParaRPr>
          </a:p>
          <a:p>
            <a:pPr marL="273050" marR="0" lvl="0" indent="-273050" algn="l" rtl="0">
              <a:lnSpc>
                <a:spcPct val="100000"/>
              </a:lnSpc>
              <a:spcBef>
                <a:spcPts val="0"/>
              </a:spcBef>
              <a:spcAft>
                <a:spcPts val="0"/>
              </a:spcAft>
              <a:buClr>
                <a:schemeClr val="accent1"/>
              </a:buClr>
              <a:buSzPts val="2380"/>
              <a:buNone/>
            </a:pPr>
            <a:endParaRPr lang="en-US" sz="1800" b="1" i="0" u="none" dirty="0">
              <a:solidFill>
                <a:srgbClr val="C00000"/>
              </a:solidFill>
              <a:latin typeface="Times New Roman" pitchFamily="18" charset="0"/>
              <a:ea typeface="Times New Roman" panose="02020503050405090304"/>
              <a:cs typeface="Times New Roman" pitchFamily="18" charset="0"/>
              <a:sym typeface="Times New Roman" panose="02020503050405090304"/>
            </a:endParaRPr>
          </a:p>
          <a:p>
            <a:pPr marL="273050" marR="0" lvl="0" indent="-121920" algn="l" rtl="0">
              <a:spcBef>
                <a:spcPts val="575"/>
              </a:spcBef>
              <a:spcAft>
                <a:spcPts val="0"/>
              </a:spcAft>
              <a:buClr>
                <a:schemeClr val="accent1"/>
              </a:buClr>
              <a:buSzPts val="2380"/>
              <a:buFont typeface="Noto Sans Symbols"/>
              <a:buNone/>
            </a:pPr>
            <a:endParaRPr sz="1800" b="1" i="0" u="none">
              <a:solidFill>
                <a:srgbClr val="C00000"/>
              </a:solidFill>
              <a:latin typeface="Times New Roman" pitchFamily="18" charset="0"/>
              <a:ea typeface="Times New Roman" panose="02020503050405090304"/>
              <a:cs typeface="Times New Roman" pitchFamily="18" charset="0"/>
              <a:sym typeface="Times New Roman" panose="02020503050405090304"/>
            </a:endParaRPr>
          </a:p>
        </p:txBody>
      </p:sp>
      <p:sp>
        <p:nvSpPr>
          <p:cNvPr id="157" name="Google Shape;157;p20"/>
          <p:cNvSpPr txBox="1">
            <a:spLocks noGrp="1"/>
          </p:cNvSpPr>
          <p:nvPr>
            <p:ph type="title"/>
          </p:nvPr>
        </p:nvSpPr>
        <p:spPr>
          <a:xfrm>
            <a:off x="1219200" y="274637"/>
            <a:ext cx="10363200" cy="1143000"/>
          </a:xfrm>
          <a:prstGeom prst="rect">
            <a:avLst/>
          </a:prstGeom>
          <a:noFill/>
          <a:ln>
            <a:noFill/>
          </a:ln>
        </p:spPr>
        <p:txBody>
          <a:bodyPr spcFirstLastPara="1" wrap="square" lIns="91425" tIns="45700" rIns="91425" bIns="91425" anchor="b" anchorCtr="0">
            <a:noAutofit/>
          </a:bodyPr>
          <a:lstStyle/>
          <a:p>
            <a:pPr marL="0" lvl="0" indent="0" algn="ctr" rtl="0">
              <a:lnSpc>
                <a:spcPct val="100000"/>
              </a:lnSpc>
              <a:spcBef>
                <a:spcPts val="0"/>
              </a:spcBef>
              <a:spcAft>
                <a:spcPts val="0"/>
              </a:spcAft>
              <a:buClr>
                <a:srgbClr val="0E58C4"/>
              </a:buClr>
              <a:buSzPts val="4000"/>
              <a:buFont typeface="Times New Roman" panose="02020503050405090304"/>
              <a:buNone/>
            </a:pPr>
            <a:r>
              <a:rPr lang="en-US" sz="40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Abstract</a:t>
            </a:r>
          </a:p>
        </p:txBody>
      </p:sp>
      <p:pic>
        <p:nvPicPr>
          <p:cNvPr id="159" name="Google Shape;159;p20"/>
          <p:cNvPicPr preferRelativeResize="0"/>
          <p:nvPr/>
        </p:nvPicPr>
        <p:blipFill rotWithShape="1">
          <a:blip r:embed="rId3"/>
          <a:srcRect/>
          <a:stretch>
            <a:fillRect/>
          </a:stretch>
        </p:blipFill>
        <p:spPr>
          <a:xfrm>
            <a:off x="10920412" y="158750"/>
            <a:ext cx="981075" cy="838200"/>
          </a:xfrm>
          <a:prstGeom prst="rect">
            <a:avLst/>
          </a:prstGeom>
          <a:noFill/>
          <a:ln>
            <a:noFill/>
          </a:ln>
        </p:spPr>
      </p:pic>
    </p:spTree>
  </p:cSld>
  <p:clrMapOvr>
    <a:masterClrMapping/>
  </p:clrMapOvr>
  <p:transition spd="med">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65"/>
        <p:cNvGrpSpPr/>
        <p:nvPr/>
      </p:nvGrpSpPr>
      <p:grpSpPr>
        <a:xfrm>
          <a:off x="0" y="0"/>
          <a:ext cx="0" cy="0"/>
          <a:chOff x="0" y="0"/>
          <a:chExt cx="0" cy="0"/>
        </a:xfrm>
      </p:grpSpPr>
      <p:sp>
        <p:nvSpPr>
          <p:cNvPr id="167" name="Google Shape;167;p21"/>
          <p:cNvSpPr txBox="1">
            <a:spLocks noGrp="1"/>
          </p:cNvSpPr>
          <p:nvPr>
            <p:ph type="body" idx="1"/>
          </p:nvPr>
        </p:nvSpPr>
        <p:spPr>
          <a:xfrm>
            <a:off x="1219200" y="1447800"/>
            <a:ext cx="10363200" cy="4572000"/>
          </a:xfrm>
          <a:prstGeom prst="rect">
            <a:avLst/>
          </a:prstGeom>
          <a:noFill/>
          <a:ln>
            <a:noFill/>
          </a:ln>
        </p:spPr>
        <p:txBody>
          <a:bodyPr spcFirstLastPara="1" wrap="square" lIns="91425" tIns="45700" rIns="91425" bIns="45700" anchor="t" anchorCtr="0">
            <a:normAutofit/>
          </a:bodyPr>
          <a:lstStyle/>
          <a:p>
            <a:pPr marL="273050" marR="0" lvl="0" indent="-175895" algn="l" rtl="0">
              <a:lnSpc>
                <a:spcPct val="100000"/>
              </a:lnSpc>
              <a:spcBef>
                <a:spcPts val="0"/>
              </a:spcBef>
              <a:spcAft>
                <a:spcPts val="0"/>
              </a:spcAft>
              <a:buClr>
                <a:schemeClr val="accent1"/>
              </a:buClr>
              <a:buSzPts val="1530"/>
              <a:buFont typeface="Noto Sans Symbols"/>
              <a:buNone/>
            </a:pPr>
            <a:endParaRPr sz="1800" b="0" i="0" u="none">
              <a:solidFill>
                <a:srgbClr val="000000"/>
              </a:solidFill>
              <a:latin typeface="Times New Roman" panose="02020503050405090304"/>
              <a:ea typeface="Times New Roman" panose="02020503050405090304"/>
              <a:cs typeface="Times New Roman" panose="02020503050405090304"/>
              <a:sym typeface="Times New Roman" panose="02020503050405090304"/>
            </a:endParaRPr>
          </a:p>
          <a:p>
            <a:pPr marL="273050" indent="-273050">
              <a:spcBef>
                <a:spcPts val="500"/>
              </a:spcBef>
              <a:buNone/>
            </a:pPr>
            <a:r>
              <a:rPr lang="en-US" sz="1800" dirty="0" smtClean="0">
                <a:latin typeface="Times New Roman" pitchFamily="18" charset="0"/>
                <a:cs typeface="Times New Roman" pitchFamily="18" charset="0"/>
              </a:rPr>
              <a:t>Waste segregation is an essential step in effective waste management, ensuring that recyclable dry waste and biodegradable wet waste are processed correctly. However, in most places, segregation is still done manually, leading to mixing of waste, unhygienic conditions, and reduced recycling efficiency. To address this challenge, a </a:t>
            </a:r>
            <a:r>
              <a:rPr lang="en-US" sz="1800" b="1" dirty="0" smtClean="0">
                <a:latin typeface="Times New Roman" pitchFamily="18" charset="0"/>
                <a:cs typeface="Times New Roman" pitchFamily="18" charset="0"/>
              </a:rPr>
              <a:t>smart dustbin</a:t>
            </a:r>
            <a:r>
              <a:rPr lang="en-US" sz="1800" dirty="0" smtClean="0">
                <a:latin typeface="Times New Roman" pitchFamily="18" charset="0"/>
                <a:cs typeface="Times New Roman" pitchFamily="18" charset="0"/>
              </a:rPr>
              <a:t> with automatic segregation is proposed, which uses sensors and a microcontroller to identify and separate waste at the point of disposal. When waste is dropped into the dustbin, the system detects its type and directs it into the appropriate compartment using a motorized mechanism. This process reduces human effort, prevents contamination between waste types, and promotes a cleaner and more sustainable environment. By integrating automation into everyday waste disposal, the smart dustbin supports modern waste management practices and contributes to smart city initiatives</a:t>
            </a:r>
            <a:r>
              <a:rPr lang="en-US" sz="1800" dirty="0" smtClean="0">
                <a:latin typeface="Times New Roman" pitchFamily="18" charset="0"/>
                <a:cs typeface="Times New Roman" pitchFamily="18" charset="0"/>
              </a:rPr>
              <a:t>.</a:t>
            </a:r>
          </a:p>
          <a:p>
            <a:pPr marL="273050" indent="-273050">
              <a:spcBef>
                <a:spcPts val="500"/>
              </a:spcBef>
              <a:buNone/>
            </a:pPr>
            <a:r>
              <a:rPr lang="en-US" sz="1800" dirty="0" smtClean="0">
                <a:latin typeface="Times New Roman" pitchFamily="18" charset="0"/>
                <a:cs typeface="Times New Roman" pitchFamily="18" charset="0"/>
              </a:rPr>
              <a:t>The proposed smart dustbin system enables automatic segregation of wet and dry waste to improve waste management efficiency. Using sensors and motorized mechanisms, the bin detects the waste type and directs it into the appropriate compartment. This automation reduces manual sorting effort, enhances hygiene, and promotes recycling practices. Overall, the system supports cleaner environments and contributes to sustainable waste disposal in public and domestic spaces.</a:t>
            </a:r>
          </a:p>
          <a:p>
            <a:pPr marL="273050" indent="-273050">
              <a:spcBef>
                <a:spcPts val="500"/>
              </a:spcBef>
              <a:buNone/>
            </a:pPr>
            <a:endParaRPr lang="en-US" sz="1800" dirty="0" smtClean="0">
              <a:latin typeface="Times New Roman" pitchFamily="18" charset="0"/>
              <a:cs typeface="Times New Roman" pitchFamily="18" charset="0"/>
            </a:endParaRPr>
          </a:p>
          <a:p>
            <a:pPr marL="273050" marR="0" lvl="0" indent="-273050" algn="l" rtl="0">
              <a:lnSpc>
                <a:spcPct val="100000"/>
              </a:lnSpc>
              <a:spcBef>
                <a:spcPts val="500"/>
              </a:spcBef>
              <a:spcAft>
                <a:spcPts val="0"/>
              </a:spcAft>
              <a:buClr>
                <a:schemeClr val="accent1"/>
              </a:buClr>
              <a:buSzPts val="1530"/>
              <a:buNone/>
            </a:pPr>
            <a:endParaRPr lang="en-US" sz="1800" b="1" i="0" u="none" dirty="0">
              <a:solidFill>
                <a:srgbClr val="C00000"/>
              </a:solidFill>
              <a:latin typeface="Times New Roman" pitchFamily="18" charset="0"/>
              <a:ea typeface="Times New Roman" panose="02020503050405090304"/>
              <a:cs typeface="Times New Roman" pitchFamily="18" charset="0"/>
              <a:sym typeface="Times New Roman" panose="02020503050405090304"/>
            </a:endParaRPr>
          </a:p>
        </p:txBody>
      </p:sp>
      <p:sp>
        <p:nvSpPr>
          <p:cNvPr id="168" name="Google Shape;168;p21"/>
          <p:cNvSpPr txBox="1">
            <a:spLocks noGrp="1"/>
          </p:cNvSpPr>
          <p:nvPr>
            <p:ph type="title"/>
          </p:nvPr>
        </p:nvSpPr>
        <p:spPr>
          <a:xfrm>
            <a:off x="944562" y="228600"/>
            <a:ext cx="10363200" cy="838200"/>
          </a:xfrm>
          <a:prstGeom prst="rect">
            <a:avLst/>
          </a:prstGeom>
          <a:noFill/>
          <a:ln>
            <a:noFill/>
          </a:ln>
        </p:spPr>
        <p:txBody>
          <a:bodyPr spcFirstLastPara="1" wrap="square" lIns="91425" tIns="45700" rIns="91425" bIns="91425" anchor="b" anchorCtr="0">
            <a:normAutofit/>
          </a:bodyPr>
          <a:lstStyle/>
          <a:p>
            <a:pPr marL="0" lvl="0" indent="0" algn="ctr" rtl="0">
              <a:lnSpc>
                <a:spcPct val="100000"/>
              </a:lnSpc>
              <a:spcBef>
                <a:spcPts val="0"/>
              </a:spcBef>
              <a:spcAft>
                <a:spcPts val="0"/>
              </a:spcAft>
              <a:buClr>
                <a:srgbClr val="0E58C4"/>
              </a:buClr>
              <a:buSzPts val="4000"/>
              <a:buFont typeface="Times New Roman" panose="02020503050405090304"/>
              <a:buNone/>
            </a:pPr>
            <a:r>
              <a:rPr lang="en-US" sz="4000" b="0" i="0" u="none" dirty="0">
                <a:solidFill>
                  <a:srgbClr val="0E58C4"/>
                </a:solidFill>
                <a:latin typeface="Times New Roman" panose="02020503050405090304"/>
                <a:ea typeface="Times New Roman" panose="02020503050405090304"/>
                <a:cs typeface="Times New Roman" panose="02020503050405090304"/>
                <a:sym typeface="Times New Roman" panose="02020503050405090304"/>
              </a:rPr>
              <a:t>Introduction</a:t>
            </a:r>
          </a:p>
        </p:txBody>
      </p:sp>
      <p:pic>
        <p:nvPicPr>
          <p:cNvPr id="169" name="Google Shape;169;p21"/>
          <p:cNvPicPr preferRelativeResize="0"/>
          <p:nvPr/>
        </p:nvPicPr>
        <p:blipFill rotWithShape="1">
          <a:blip r:embed="rId3"/>
          <a:srcRect/>
          <a:stretch>
            <a:fillRect/>
          </a:stretch>
        </p:blipFill>
        <p:spPr>
          <a:xfrm>
            <a:off x="10920412" y="158750"/>
            <a:ext cx="981075" cy="838200"/>
          </a:xfrm>
          <a:prstGeom prst="rect">
            <a:avLst/>
          </a:prstGeom>
          <a:noFill/>
          <a:ln>
            <a:noFill/>
          </a:ln>
        </p:spPr>
      </p:pic>
    </p:spTree>
  </p:cSld>
  <p:clrMapOvr>
    <a:masterClrMapping/>
  </p:clrMapOvr>
  <p:transition spd="med">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74"/>
        <p:cNvGrpSpPr/>
        <p:nvPr/>
      </p:nvGrpSpPr>
      <p:grpSpPr>
        <a:xfrm>
          <a:off x="0" y="0"/>
          <a:ext cx="0" cy="0"/>
          <a:chOff x="0" y="0"/>
          <a:chExt cx="0" cy="0"/>
        </a:xfrm>
      </p:grpSpPr>
      <p:sp>
        <p:nvSpPr>
          <p:cNvPr id="176" name="Google Shape;176;p22"/>
          <p:cNvSpPr txBox="1"/>
          <p:nvPr/>
        </p:nvSpPr>
        <p:spPr>
          <a:xfrm>
            <a:off x="914400" y="0"/>
            <a:ext cx="10363200" cy="990600"/>
          </a:xfrm>
          <a:prstGeom prst="rect">
            <a:avLst/>
          </a:prstGeom>
          <a:noFill/>
          <a:ln>
            <a:noFill/>
          </a:ln>
        </p:spPr>
        <p:txBody>
          <a:bodyPr spcFirstLastPara="1" wrap="square" lIns="91425" tIns="45700" rIns="91425" bIns="91425" anchor="b" anchorCtr="0">
            <a:noAutofit/>
          </a:bodyPr>
          <a:lstStyle/>
          <a:p>
            <a:pPr marL="0" marR="0" lvl="0" indent="0" algn="ctr" rtl="0">
              <a:lnSpc>
                <a:spcPct val="100000"/>
              </a:lnSpc>
              <a:spcBef>
                <a:spcPts val="0"/>
              </a:spcBef>
              <a:spcAft>
                <a:spcPts val="0"/>
              </a:spcAft>
              <a:buClr>
                <a:srgbClr val="0E58C4"/>
              </a:buClr>
              <a:buSzPts val="4000"/>
              <a:buFont typeface="Times New Roman" panose="02020503050405090304"/>
              <a:buNone/>
            </a:pPr>
            <a:r>
              <a:rPr lang="en-US" sz="40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Literature Survey</a:t>
            </a:r>
          </a:p>
        </p:txBody>
      </p:sp>
      <p:sp>
        <p:nvSpPr>
          <p:cNvPr id="177" name="Google Shape;177;p22"/>
          <p:cNvSpPr txBox="1"/>
          <p:nvPr/>
        </p:nvSpPr>
        <p:spPr>
          <a:xfrm>
            <a:off x="914400" y="1066800"/>
            <a:ext cx="10363200" cy="4724400"/>
          </a:xfrm>
          <a:prstGeom prst="rect">
            <a:avLst/>
          </a:prstGeom>
          <a:noFill/>
          <a:ln>
            <a:noFill/>
          </a:ln>
        </p:spPr>
        <p:txBody>
          <a:bodyPr spcFirstLastPara="1" wrap="square" lIns="91425" tIns="45700" rIns="91425" bIns="45700" anchor="t" anchorCtr="0">
            <a:normAutofit/>
          </a:bodyPr>
          <a:lstStyle/>
          <a:p>
            <a:pPr marL="273050" marR="0" lvl="0" indent="-175895" algn="l" rtl="0">
              <a:lnSpc>
                <a:spcPct val="100000"/>
              </a:lnSpc>
              <a:spcBef>
                <a:spcPts val="0"/>
              </a:spcBef>
              <a:spcAft>
                <a:spcPts val="0"/>
              </a:spcAft>
              <a:buClr>
                <a:schemeClr val="accent1"/>
              </a:buClr>
              <a:buSzPts val="1530"/>
              <a:buFont typeface="Noto Sans Symbols"/>
              <a:buNone/>
            </a:pPr>
            <a:endParaRPr sz="1800" b="0" i="0" u="none">
              <a:solidFill>
                <a:srgbClr val="000000"/>
              </a:solidFill>
              <a:latin typeface="Times New Roman" panose="02020503050405090304"/>
              <a:ea typeface="Times New Roman" panose="02020503050405090304"/>
              <a:cs typeface="Times New Roman" panose="02020503050405090304"/>
              <a:sym typeface="Times New Roman" panose="02020503050405090304"/>
            </a:endParaRPr>
          </a:p>
          <a:p>
            <a:pPr marL="273050" marR="0" lvl="0" indent="-273050" algn="l" rtl="0">
              <a:lnSpc>
                <a:spcPct val="100000"/>
              </a:lnSpc>
              <a:spcBef>
                <a:spcPts val="500"/>
              </a:spcBef>
              <a:spcAft>
                <a:spcPts val="0"/>
              </a:spcAft>
              <a:buClr>
                <a:schemeClr val="accent1"/>
              </a:buClr>
              <a:buSzPts val="1530"/>
            </a:pPr>
            <a:endParaRPr lang="en-US" sz="1800" b="1" i="0" u="none" dirty="0">
              <a:solidFill>
                <a:srgbClr val="C00000"/>
              </a:solidFill>
              <a:latin typeface="Times New Roman" panose="02020503050405090304"/>
              <a:ea typeface="Times New Roman" panose="02020503050405090304"/>
              <a:cs typeface="Times New Roman" panose="02020503050405090304"/>
              <a:sym typeface="Times New Roman" panose="02020503050405090304"/>
            </a:endParaRPr>
          </a:p>
          <a:p>
            <a:pPr marL="0" marR="0" lvl="0" indent="0" algn="l" rtl="0">
              <a:lnSpc>
                <a:spcPct val="100000"/>
              </a:lnSpc>
              <a:spcBef>
                <a:spcPts val="0"/>
              </a:spcBef>
              <a:spcAft>
                <a:spcPts val="0"/>
              </a:spcAft>
              <a:buNone/>
            </a:pPr>
            <a:endParaRPr sz="1800" b="1" i="0" u="none">
              <a:solidFill>
                <a:srgbClr val="C00000"/>
              </a:solidFill>
              <a:latin typeface="Times New Roman" panose="02020503050405090304"/>
              <a:ea typeface="Times New Roman" panose="02020503050405090304"/>
              <a:cs typeface="Times New Roman" panose="02020503050405090304"/>
              <a:sym typeface="Times New Roman" panose="02020503050405090304"/>
            </a:endParaRPr>
          </a:p>
        </p:txBody>
      </p:sp>
      <p:graphicFrame>
        <p:nvGraphicFramePr>
          <p:cNvPr id="178" name="Google Shape;178;p22"/>
          <p:cNvGraphicFramePr/>
          <p:nvPr/>
        </p:nvGraphicFramePr>
        <p:xfrm>
          <a:off x="1066800" y="990598"/>
          <a:ext cx="9978975" cy="5247862"/>
        </p:xfrm>
        <a:graphic>
          <a:graphicData uri="http://schemas.openxmlformats.org/drawingml/2006/table">
            <a:tbl>
              <a:tblPr>
                <a:noFill/>
                <a:tableStyleId>{BCE9D305-B1F9-4450-9F5A-3FB3B07BF5B3}</a:tableStyleId>
              </a:tblPr>
              <a:tblGrid>
                <a:gridCol w="666750"/>
                <a:gridCol w="3143250"/>
                <a:gridCol w="2286000"/>
                <a:gridCol w="1766850"/>
                <a:gridCol w="2116125"/>
              </a:tblGrid>
              <a:tr h="675862">
                <a:tc>
                  <a:txBody>
                    <a:bodyPr/>
                    <a:lstStyle/>
                    <a:p>
                      <a:pPr marL="0" marR="0" lvl="0" indent="0" algn="ctr" rtl="0">
                        <a:lnSpc>
                          <a:spcPct val="100000"/>
                        </a:lnSpc>
                        <a:spcBef>
                          <a:spcPts val="0"/>
                        </a:spcBef>
                        <a:spcAft>
                          <a:spcPts val="0"/>
                        </a:spcAft>
                        <a:buClr>
                          <a:srgbClr val="000000"/>
                        </a:buClr>
                        <a:buSzPts val="2000"/>
                        <a:buFont typeface="Times New Roman" panose="02020503050405090304"/>
                        <a:buNone/>
                      </a:pPr>
                      <a:r>
                        <a:rPr lang="en-US" sz="2000" b="0" i="0" u="none" strike="noStrike" cap="none" dirty="0">
                          <a:solidFill>
                            <a:srgbClr val="000000"/>
                          </a:solidFill>
                          <a:latin typeface="Times New Roman" panose="02020503050405090304"/>
                          <a:ea typeface="Times New Roman" panose="02020503050405090304"/>
                          <a:cs typeface="Times New Roman" panose="02020503050405090304"/>
                          <a:sym typeface="Times New Roman" panose="02020503050405090304"/>
                        </a:rPr>
                        <a:t>Ref. No</a:t>
                      </a:r>
                    </a:p>
                  </a:txBody>
                  <a:tcPr marL="9525" marR="9525" marT="9525" marB="0"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E9EAF1"/>
                    </a:solidFill>
                  </a:tcPr>
                </a:tc>
                <a:tc>
                  <a:txBody>
                    <a:bodyPr/>
                    <a:lstStyle/>
                    <a:p>
                      <a:pPr marL="0" marR="0" lvl="0" indent="0" algn="ctr" rtl="0">
                        <a:lnSpc>
                          <a:spcPct val="100000"/>
                        </a:lnSpc>
                        <a:spcBef>
                          <a:spcPts val="0"/>
                        </a:spcBef>
                        <a:spcAft>
                          <a:spcPts val="0"/>
                        </a:spcAft>
                        <a:buClr>
                          <a:srgbClr val="000000"/>
                        </a:buClr>
                        <a:buSzPts val="2000"/>
                        <a:buFont typeface="Times New Roman" panose="02020503050405090304"/>
                        <a:buNone/>
                      </a:pPr>
                      <a:r>
                        <a:rPr lang="en-US" sz="2000" b="0" i="0" u="none" strike="noStrike" cap="none">
                          <a:solidFill>
                            <a:srgbClr val="000000"/>
                          </a:solidFill>
                          <a:latin typeface="Times New Roman" panose="02020503050405090304"/>
                          <a:ea typeface="Times New Roman" panose="02020503050405090304"/>
                          <a:cs typeface="Times New Roman" panose="02020503050405090304"/>
                          <a:sym typeface="Times New Roman" panose="02020503050405090304"/>
                        </a:rPr>
                        <a:t>Title &amp; Author</a:t>
                      </a:r>
                    </a:p>
                  </a:txBody>
                  <a:tcPr marL="9525" marR="9525" marT="9525" marB="0"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rgbClr val="E9EAF1"/>
                    </a:solidFill>
                  </a:tcPr>
                </a:tc>
                <a:tc>
                  <a:txBody>
                    <a:bodyPr/>
                    <a:lstStyle/>
                    <a:p>
                      <a:pPr marL="0" marR="0" lvl="0" indent="0" algn="ctr" rtl="0">
                        <a:lnSpc>
                          <a:spcPct val="100000"/>
                        </a:lnSpc>
                        <a:spcBef>
                          <a:spcPts val="0"/>
                        </a:spcBef>
                        <a:spcAft>
                          <a:spcPts val="0"/>
                        </a:spcAft>
                        <a:buClr>
                          <a:srgbClr val="000000"/>
                        </a:buClr>
                        <a:buSzPts val="2000"/>
                        <a:buFont typeface="Times New Roman" panose="02020503050405090304"/>
                        <a:buNone/>
                      </a:pPr>
                      <a:r>
                        <a:rPr lang="en-US" sz="2000" b="0" i="0" u="none" strike="noStrike" cap="none">
                          <a:solidFill>
                            <a:srgbClr val="000000"/>
                          </a:solidFill>
                          <a:latin typeface="Times New Roman" panose="02020503050405090304"/>
                          <a:ea typeface="Times New Roman" panose="02020503050405090304"/>
                          <a:cs typeface="Times New Roman" panose="02020503050405090304"/>
                          <a:sym typeface="Times New Roman" panose="02020503050405090304"/>
                        </a:rPr>
                        <a:t>Technique Used</a:t>
                      </a:r>
                    </a:p>
                  </a:txBody>
                  <a:tcPr marL="9525" marR="9525" marT="9525" marB="0"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rgbClr val="E9EAF1"/>
                    </a:solidFill>
                  </a:tcPr>
                </a:tc>
                <a:tc>
                  <a:txBody>
                    <a:bodyPr/>
                    <a:lstStyle/>
                    <a:p>
                      <a:pPr marL="0" marR="0" lvl="0" indent="0" algn="ctr" rtl="0">
                        <a:lnSpc>
                          <a:spcPct val="100000"/>
                        </a:lnSpc>
                        <a:spcBef>
                          <a:spcPts val="0"/>
                        </a:spcBef>
                        <a:spcAft>
                          <a:spcPts val="0"/>
                        </a:spcAft>
                        <a:buClr>
                          <a:srgbClr val="000000"/>
                        </a:buClr>
                        <a:buSzPts val="2000"/>
                        <a:buFont typeface="Times New Roman" panose="02020503050405090304"/>
                        <a:buNone/>
                      </a:pPr>
                      <a:r>
                        <a:rPr lang="en-US" sz="2000" b="0" i="0" u="none" strike="noStrike" cap="none" dirty="0">
                          <a:solidFill>
                            <a:srgbClr val="000000"/>
                          </a:solidFill>
                          <a:latin typeface="Times New Roman" panose="02020503050405090304"/>
                          <a:ea typeface="Times New Roman" panose="02020503050405090304"/>
                          <a:cs typeface="Times New Roman" panose="02020503050405090304"/>
                          <a:sym typeface="Times New Roman" panose="02020503050405090304"/>
                        </a:rPr>
                        <a:t>Pros</a:t>
                      </a:r>
                    </a:p>
                  </a:txBody>
                  <a:tcPr marL="9525" marR="9525" marT="9525" marB="0"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rgbClr val="E9EAF1"/>
                    </a:solidFill>
                  </a:tcPr>
                </a:tc>
                <a:tc>
                  <a:txBody>
                    <a:bodyPr/>
                    <a:lstStyle/>
                    <a:p>
                      <a:pPr marL="0" marR="0" lvl="0" indent="0" algn="ctr" rtl="0">
                        <a:lnSpc>
                          <a:spcPct val="100000"/>
                        </a:lnSpc>
                        <a:spcBef>
                          <a:spcPts val="0"/>
                        </a:spcBef>
                        <a:spcAft>
                          <a:spcPts val="0"/>
                        </a:spcAft>
                        <a:buClr>
                          <a:srgbClr val="000000"/>
                        </a:buClr>
                        <a:buSzPts val="2000"/>
                        <a:buFont typeface="Times New Roman" panose="02020503050405090304"/>
                        <a:buNone/>
                      </a:pPr>
                      <a:r>
                        <a:rPr lang="en-US" sz="2000" b="0" i="0" u="none" strike="noStrike" cap="none">
                          <a:solidFill>
                            <a:srgbClr val="000000"/>
                          </a:solidFill>
                          <a:latin typeface="Times New Roman" panose="02020503050405090304"/>
                          <a:ea typeface="Times New Roman" panose="02020503050405090304"/>
                          <a:cs typeface="Times New Roman" panose="02020503050405090304"/>
                          <a:sym typeface="Times New Roman" panose="02020503050405090304"/>
                        </a:rPr>
                        <a:t>Cons</a:t>
                      </a:r>
                    </a:p>
                  </a:txBody>
                  <a:tcPr marL="9525" marR="9525" marT="9525" marB="0"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rgbClr val="E9EAF1"/>
                    </a:solidFill>
                  </a:tcPr>
                </a:tc>
              </a:tr>
              <a:tr h="901148">
                <a:tc>
                  <a:txBody>
                    <a:bodyPr/>
                    <a:lstStyle/>
                    <a:p>
                      <a:pPr marL="0" marR="0" lvl="0" indent="0" algn="ctr" rtl="0">
                        <a:lnSpc>
                          <a:spcPct val="100000"/>
                        </a:lnSpc>
                        <a:spcBef>
                          <a:spcPts val="0"/>
                        </a:spcBef>
                        <a:spcAft>
                          <a:spcPts val="0"/>
                        </a:spcAft>
                        <a:buClr>
                          <a:srgbClr val="000000"/>
                        </a:buClr>
                        <a:buSzPts val="2000"/>
                        <a:buFont typeface="Times New Roman" panose="02020503050405090304"/>
                        <a:buNone/>
                      </a:pPr>
                      <a:r>
                        <a:rPr lang="en-US" sz="2000" b="0" i="0" u="none" strike="noStrike" cap="none">
                          <a:solidFill>
                            <a:srgbClr val="000000"/>
                          </a:solidFill>
                          <a:latin typeface="Times New Roman" panose="02020503050405090304"/>
                          <a:ea typeface="Times New Roman" panose="02020503050405090304"/>
                          <a:cs typeface="Times New Roman" panose="02020503050405090304"/>
                          <a:sym typeface="Times New Roman" panose="02020503050405090304"/>
                        </a:rPr>
                        <a:t>1</a:t>
                      </a:r>
                    </a:p>
                  </a:txBody>
                  <a:tcPr marL="9525" marR="9525" marT="9525" marB="0" anchor="ctr">
                    <a:lnL w="12700" cap="flat" cmpd="sng">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E9EAF1"/>
                    </a:solidFill>
                  </a:tcPr>
                </a:tc>
                <a:tc>
                  <a:txBody>
                    <a:bodyPr/>
                    <a:lstStyle/>
                    <a:p>
                      <a:r>
                        <a:rPr lang="da-DK" sz="1800" dirty="0">
                          <a:latin typeface="Times New Roman" pitchFamily="18" charset="0"/>
                          <a:cs typeface="Times New Roman" pitchFamily="18" charset="0"/>
                        </a:rPr>
                        <a:t>Smart Dustbin for Dry &amp; Wet Segregation </a:t>
                      </a:r>
                      <a:r>
                        <a:rPr lang="da-DK" sz="1800" i="1" dirty="0" smtClean="0">
                          <a:latin typeface="Times New Roman" pitchFamily="18" charset="0"/>
                          <a:cs typeface="Times New Roman" pitchFamily="18" charset="0"/>
                        </a:rPr>
                        <a:t>(S.Behra.)</a:t>
                      </a:r>
                      <a:endParaRPr lang="da-DK" sz="1800" dirty="0">
                        <a:latin typeface="Times New Roman" pitchFamily="18" charset="0"/>
                        <a:cs typeface="Times New Roman" pitchFamily="18" charset="0"/>
                      </a:endParaRPr>
                    </a:p>
                  </a:txBody>
                  <a:tcPr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rgbClr val="E9EAF1"/>
                    </a:solidFill>
                  </a:tcPr>
                </a:tc>
                <a:tc>
                  <a:txBody>
                    <a:bodyPr/>
                    <a:lstStyle/>
                    <a:p>
                      <a:r>
                        <a:rPr lang="pt-BR" sz="1800" dirty="0">
                          <a:latin typeface="Times New Roman" pitchFamily="18" charset="0"/>
                          <a:cs typeface="Times New Roman" pitchFamily="18" charset="0"/>
                        </a:rPr>
                        <a:t>Ultrasonic sensor + Moisture sensor + Servo gate</a:t>
                      </a:r>
                    </a:p>
                  </a:txBody>
                  <a:tcPr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rgbClr val="E9EAF1"/>
                    </a:solidFill>
                  </a:tcPr>
                </a:tc>
                <a:tc>
                  <a:txBody>
                    <a:bodyPr/>
                    <a:lstStyle/>
                    <a:p>
                      <a:r>
                        <a:rPr lang="en-US" sz="1800" dirty="0">
                          <a:latin typeface="Times New Roman" pitchFamily="18" charset="0"/>
                          <a:cs typeface="Times New Roman" pitchFamily="18" charset="0"/>
                        </a:rPr>
                        <a:t>Accurate basic segregation, hygienic</a:t>
                      </a:r>
                    </a:p>
                  </a:txBody>
                  <a:tcPr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rgbClr val="E9EAF1"/>
                    </a:solidFill>
                  </a:tcPr>
                </a:tc>
                <a:tc>
                  <a:txBody>
                    <a:bodyPr/>
                    <a:lstStyle/>
                    <a:p>
                      <a:r>
                        <a:rPr lang="en-US" sz="1800" dirty="0">
                          <a:latin typeface="Times New Roman" pitchFamily="18" charset="0"/>
                          <a:cs typeface="Times New Roman" pitchFamily="18" charset="0"/>
                        </a:rPr>
                        <a:t>Needs regular sensor cleaning</a:t>
                      </a:r>
                    </a:p>
                  </a:txBody>
                  <a:tcPr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rgbClr val="E9EAF1"/>
                    </a:solidFill>
                  </a:tcPr>
                </a:tc>
              </a:tr>
              <a:tr h="901148">
                <a:tc>
                  <a:txBody>
                    <a:bodyPr/>
                    <a:lstStyle/>
                    <a:p>
                      <a:pPr marL="0" marR="0" lvl="0" indent="0" algn="ctr" rtl="0">
                        <a:lnSpc>
                          <a:spcPct val="100000"/>
                        </a:lnSpc>
                        <a:spcBef>
                          <a:spcPts val="0"/>
                        </a:spcBef>
                        <a:spcAft>
                          <a:spcPts val="0"/>
                        </a:spcAft>
                        <a:buClr>
                          <a:srgbClr val="000000"/>
                        </a:buClr>
                        <a:buSzPts val="2000"/>
                        <a:buFont typeface="Times New Roman" panose="02020503050405090304"/>
                        <a:buNone/>
                      </a:pPr>
                      <a:r>
                        <a:rPr lang="en-US" sz="2000" b="0" i="0" u="none" strike="noStrike" cap="none">
                          <a:solidFill>
                            <a:srgbClr val="000000"/>
                          </a:solidFill>
                          <a:latin typeface="Times New Roman" panose="02020503050405090304"/>
                          <a:ea typeface="Times New Roman" panose="02020503050405090304"/>
                          <a:cs typeface="Times New Roman" panose="02020503050405090304"/>
                          <a:sym typeface="Times New Roman" panose="02020503050405090304"/>
                        </a:rPr>
                        <a:t>2</a:t>
                      </a:r>
                    </a:p>
                  </a:txBody>
                  <a:tcPr marL="9525" marR="9525" marT="9525" marB="0" anchor="ctr">
                    <a:lnL w="12700" cap="flat" cmpd="sng">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E9EAF1"/>
                    </a:solidFill>
                  </a:tcPr>
                </a:tc>
                <a:tc>
                  <a:txBody>
                    <a:bodyPr/>
                    <a:lstStyle/>
                    <a:p>
                      <a:r>
                        <a:rPr lang="en-US" sz="1800" dirty="0">
                          <a:latin typeface="Times New Roman" pitchFamily="18" charset="0"/>
                          <a:cs typeface="Times New Roman" pitchFamily="18" charset="0"/>
                        </a:rPr>
                        <a:t>Automated Waste Segregator </a:t>
                      </a:r>
                      <a:r>
                        <a:rPr lang="en-US" sz="1800" i="1" dirty="0">
                          <a:latin typeface="Times New Roman" pitchFamily="18" charset="0"/>
                          <a:cs typeface="Times New Roman" pitchFamily="18" charset="0"/>
                        </a:rPr>
                        <a:t>(A. Sharma)</a:t>
                      </a:r>
                      <a:endParaRPr lang="en-US" sz="1800" dirty="0">
                        <a:latin typeface="Times New Roman" pitchFamily="18" charset="0"/>
                        <a:cs typeface="Times New Roman" pitchFamily="18" charset="0"/>
                      </a:endParaRPr>
                    </a:p>
                  </a:txBody>
                  <a:tcPr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rgbClr val="E9EAF1"/>
                    </a:solidFill>
                  </a:tcPr>
                </a:tc>
                <a:tc>
                  <a:txBody>
                    <a:bodyPr/>
                    <a:lstStyle/>
                    <a:p>
                      <a:r>
                        <a:rPr lang="pt-BR" sz="1800" dirty="0">
                          <a:latin typeface="Times New Roman" pitchFamily="18" charset="0"/>
                          <a:cs typeface="Times New Roman" pitchFamily="18" charset="0"/>
                        </a:rPr>
                        <a:t>IR sensor + Servo flap mechanism</a:t>
                      </a:r>
                    </a:p>
                  </a:txBody>
                  <a:tcPr anchor="ctr">
                    <a:lnL w="12700" cap="flat" cmpd="sng" algn="ctr">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rgbClr val="E9EAF1"/>
                    </a:solidFill>
                  </a:tcPr>
                </a:tc>
                <a:tc>
                  <a:txBody>
                    <a:bodyPr/>
                    <a:lstStyle/>
                    <a:p>
                      <a:r>
                        <a:rPr lang="en-US" sz="1800" dirty="0">
                          <a:latin typeface="Times New Roman" pitchFamily="18" charset="0"/>
                          <a:cs typeface="Times New Roman" pitchFamily="18" charset="0"/>
                        </a:rPr>
                        <a:t>Low cost, easy to build for students</a:t>
                      </a:r>
                    </a:p>
                  </a:txBody>
                  <a:tcPr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rgbClr val="E9EAF1"/>
                    </a:solidFill>
                  </a:tcPr>
                </a:tc>
                <a:tc>
                  <a:txBody>
                    <a:bodyPr/>
                    <a:lstStyle/>
                    <a:p>
                      <a:r>
                        <a:rPr lang="en-US" sz="1800" dirty="0">
                          <a:latin typeface="Times New Roman" pitchFamily="18" charset="0"/>
                          <a:cs typeface="Times New Roman" pitchFamily="18" charset="0"/>
                        </a:rPr>
                        <a:t>Limited detection types</a:t>
                      </a:r>
                    </a:p>
                  </a:txBody>
                  <a:tcPr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rgbClr val="E9EAF1"/>
                    </a:solidFill>
                  </a:tcPr>
                </a:tc>
              </a:tr>
              <a:tr h="901148">
                <a:tc>
                  <a:txBody>
                    <a:bodyPr/>
                    <a:lstStyle/>
                    <a:p>
                      <a:pPr marL="0" marR="0" lvl="0" indent="0" algn="ctr" rtl="0">
                        <a:lnSpc>
                          <a:spcPct val="100000"/>
                        </a:lnSpc>
                        <a:spcBef>
                          <a:spcPts val="0"/>
                        </a:spcBef>
                        <a:spcAft>
                          <a:spcPts val="0"/>
                        </a:spcAft>
                        <a:buClr>
                          <a:srgbClr val="000000"/>
                        </a:buClr>
                        <a:buSzPts val="2000"/>
                        <a:buFont typeface="Times New Roman" panose="02020503050405090304"/>
                        <a:buNone/>
                      </a:pPr>
                      <a:r>
                        <a:rPr lang="en-US" sz="2000" b="0" i="0" u="none" strike="noStrike" cap="none">
                          <a:solidFill>
                            <a:srgbClr val="000000"/>
                          </a:solidFill>
                          <a:latin typeface="Times New Roman" panose="02020503050405090304"/>
                          <a:ea typeface="Times New Roman" panose="02020503050405090304"/>
                          <a:cs typeface="Times New Roman" panose="02020503050405090304"/>
                          <a:sym typeface="Times New Roman" panose="02020503050405090304"/>
                        </a:rPr>
                        <a:t>3</a:t>
                      </a:r>
                    </a:p>
                  </a:txBody>
                  <a:tcPr marL="9525" marR="9525" marT="9525" marB="0" anchor="ctr">
                    <a:lnL w="12700" cap="flat" cmpd="sng">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E9EAF1"/>
                    </a:solidFill>
                  </a:tcPr>
                </a:tc>
                <a:tc>
                  <a:txBody>
                    <a:bodyPr/>
                    <a:lstStyle/>
                    <a:p>
                      <a:r>
                        <a:rPr lang="en-US" sz="1800" dirty="0" err="1">
                          <a:latin typeface="Times New Roman" pitchFamily="18" charset="0"/>
                          <a:cs typeface="Times New Roman" pitchFamily="18" charset="0"/>
                        </a:rPr>
                        <a:t>IoT</a:t>
                      </a:r>
                      <a:r>
                        <a:rPr lang="en-US" sz="1800" dirty="0">
                          <a:latin typeface="Times New Roman" pitchFamily="18" charset="0"/>
                          <a:cs typeface="Times New Roman" pitchFamily="18" charset="0"/>
                        </a:rPr>
                        <a:t>-Enabled Segregation Bin </a:t>
                      </a:r>
                      <a:r>
                        <a:rPr lang="en-US" sz="1800" i="1" dirty="0">
                          <a:latin typeface="Times New Roman" pitchFamily="18" charset="0"/>
                          <a:cs typeface="Times New Roman" pitchFamily="18" charset="0"/>
                        </a:rPr>
                        <a:t>(K. Patel</a:t>
                      </a:r>
                      <a:r>
                        <a:rPr lang="en-US" i="1" dirty="0"/>
                        <a:t>)</a:t>
                      </a:r>
                      <a:endParaRPr lang="en-US" dirty="0"/>
                    </a:p>
                  </a:txBody>
                  <a:tcPr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rgbClr val="E9EAF1"/>
                    </a:solidFill>
                  </a:tcPr>
                </a:tc>
                <a:tc>
                  <a:txBody>
                    <a:bodyPr/>
                    <a:lstStyle/>
                    <a:p>
                      <a:r>
                        <a:rPr lang="it-IT" sz="1800" dirty="0">
                          <a:latin typeface="Times New Roman" pitchFamily="18" charset="0"/>
                          <a:cs typeface="Times New Roman" pitchFamily="18" charset="0"/>
                        </a:rPr>
                        <a:t>ESP32 + Moisture sensor + Cloud monitoring</a:t>
                      </a:r>
                    </a:p>
                  </a:txBody>
                  <a:tcPr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rgbClr val="E9EAF1"/>
                    </a:solidFill>
                  </a:tcPr>
                </a:tc>
                <a:tc>
                  <a:txBody>
                    <a:bodyPr/>
                    <a:lstStyle/>
                    <a:p>
                      <a:r>
                        <a:rPr lang="de-DE" sz="1800" dirty="0">
                          <a:latin typeface="Times New Roman" pitchFamily="18" charset="0"/>
                          <a:cs typeface="Times New Roman" pitchFamily="18" charset="0"/>
                        </a:rPr>
                        <a:t>Remote bin status, app alerts</a:t>
                      </a:r>
                    </a:p>
                  </a:txBody>
                  <a:tcPr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rgbClr val="E9EAF1"/>
                    </a:solidFill>
                  </a:tcPr>
                </a:tc>
                <a:tc>
                  <a:txBody>
                    <a:bodyPr/>
                    <a:lstStyle/>
                    <a:p>
                      <a:r>
                        <a:rPr lang="en-US" sz="1800" dirty="0">
                          <a:latin typeface="Times New Roman" pitchFamily="18" charset="0"/>
                          <a:cs typeface="Times New Roman" pitchFamily="18" charset="0"/>
                        </a:rPr>
                        <a:t>Needs internet connection</a:t>
                      </a:r>
                    </a:p>
                  </a:txBody>
                  <a:tcPr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rgbClr val="E9EAF1"/>
                    </a:solidFill>
                  </a:tcPr>
                </a:tc>
              </a:tr>
              <a:tr h="901148">
                <a:tc>
                  <a:txBody>
                    <a:bodyPr/>
                    <a:lstStyle/>
                    <a:p>
                      <a:pPr marL="0" marR="0" lvl="0" indent="0" algn="ctr" rtl="0">
                        <a:lnSpc>
                          <a:spcPct val="100000"/>
                        </a:lnSpc>
                        <a:spcBef>
                          <a:spcPts val="0"/>
                        </a:spcBef>
                        <a:spcAft>
                          <a:spcPts val="0"/>
                        </a:spcAft>
                        <a:buClr>
                          <a:srgbClr val="000000"/>
                        </a:buClr>
                        <a:buSzPts val="2000"/>
                        <a:buFont typeface="Times New Roman" panose="02020503050405090304"/>
                        <a:buNone/>
                      </a:pPr>
                      <a:r>
                        <a:rPr lang="en-US" sz="2000" b="0" i="0" u="none" strike="noStrike" cap="none">
                          <a:solidFill>
                            <a:srgbClr val="000000"/>
                          </a:solidFill>
                          <a:latin typeface="Times New Roman" panose="02020503050405090304"/>
                          <a:ea typeface="Times New Roman" panose="02020503050405090304"/>
                          <a:cs typeface="Times New Roman" panose="02020503050405090304"/>
                          <a:sym typeface="Times New Roman" panose="02020503050405090304"/>
                        </a:rPr>
                        <a:t>4</a:t>
                      </a:r>
                    </a:p>
                  </a:txBody>
                  <a:tcPr marL="9525" marR="9525" marT="9525" marB="0" anchor="ctr">
                    <a:lnL w="12700" cap="flat" cmpd="sng">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E9EAF1"/>
                    </a:solidFill>
                  </a:tcPr>
                </a:tc>
                <a:tc>
                  <a:txBody>
                    <a:bodyPr/>
                    <a:lstStyle/>
                    <a:p>
                      <a:r>
                        <a:rPr lang="en-US" sz="1800" dirty="0" err="1">
                          <a:latin typeface="Times New Roman" pitchFamily="18" charset="0"/>
                          <a:cs typeface="Times New Roman" pitchFamily="18" charset="0"/>
                        </a:rPr>
                        <a:t>IoT</a:t>
                      </a:r>
                      <a:r>
                        <a:rPr lang="en-US" sz="1800" dirty="0">
                          <a:latin typeface="Times New Roman" pitchFamily="18" charset="0"/>
                          <a:cs typeface="Times New Roman" pitchFamily="18" charset="0"/>
                        </a:rPr>
                        <a:t>-Enabled Segregation Bin </a:t>
                      </a:r>
                      <a:r>
                        <a:rPr lang="en-US" sz="1800" i="1" dirty="0">
                          <a:latin typeface="Times New Roman" pitchFamily="18" charset="0"/>
                          <a:cs typeface="Times New Roman" pitchFamily="18" charset="0"/>
                        </a:rPr>
                        <a:t>(K. Patel)</a:t>
                      </a:r>
                      <a:endParaRPr lang="en-US" sz="1800" dirty="0">
                        <a:latin typeface="Times New Roman" pitchFamily="18" charset="0"/>
                        <a:cs typeface="Times New Roman" pitchFamily="18" charset="0"/>
                      </a:endParaRPr>
                    </a:p>
                  </a:txBody>
                  <a:tcPr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rgbClr val="E9EAF1"/>
                    </a:solidFill>
                  </a:tcPr>
                </a:tc>
                <a:tc>
                  <a:txBody>
                    <a:bodyPr/>
                    <a:lstStyle/>
                    <a:p>
                      <a:r>
                        <a:rPr lang="it-IT" sz="1800" dirty="0">
                          <a:latin typeface="Times New Roman" pitchFamily="18" charset="0"/>
                          <a:cs typeface="Times New Roman" pitchFamily="18" charset="0"/>
                        </a:rPr>
                        <a:t>ESP32 + Moisture sensor + Cloud monitoring</a:t>
                      </a:r>
                    </a:p>
                  </a:txBody>
                  <a:tcPr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rgbClr val="E9EAF1"/>
                    </a:solidFill>
                  </a:tcPr>
                </a:tc>
                <a:tc>
                  <a:txBody>
                    <a:bodyPr/>
                    <a:lstStyle/>
                    <a:p>
                      <a:r>
                        <a:rPr lang="de-DE" sz="1800" dirty="0">
                          <a:latin typeface="Times New Roman" pitchFamily="18" charset="0"/>
                          <a:cs typeface="Times New Roman" pitchFamily="18" charset="0"/>
                        </a:rPr>
                        <a:t>Remote bin status, app alerts</a:t>
                      </a:r>
                    </a:p>
                  </a:txBody>
                  <a:tcPr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rgbClr val="E9EAF1"/>
                    </a:solidFill>
                  </a:tcPr>
                </a:tc>
                <a:tc>
                  <a:txBody>
                    <a:bodyPr/>
                    <a:lstStyle/>
                    <a:p>
                      <a:r>
                        <a:rPr lang="en-US" sz="1800" dirty="0">
                          <a:latin typeface="Times New Roman" pitchFamily="18" charset="0"/>
                          <a:cs typeface="Times New Roman" pitchFamily="18" charset="0"/>
                        </a:rPr>
                        <a:t>Needs internet connection</a:t>
                      </a:r>
                    </a:p>
                  </a:txBody>
                  <a:tcPr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rgbClr val="E9EAF1"/>
                    </a:solidFill>
                  </a:tcPr>
                </a:tc>
              </a:tr>
              <a:tr h="901148">
                <a:tc>
                  <a:txBody>
                    <a:bodyPr/>
                    <a:lstStyle/>
                    <a:p>
                      <a:pPr marL="0" marR="0" lvl="0" indent="0" algn="ctr" rtl="0">
                        <a:lnSpc>
                          <a:spcPct val="100000"/>
                        </a:lnSpc>
                        <a:spcBef>
                          <a:spcPts val="0"/>
                        </a:spcBef>
                        <a:spcAft>
                          <a:spcPts val="0"/>
                        </a:spcAft>
                        <a:buClr>
                          <a:srgbClr val="000000"/>
                        </a:buClr>
                        <a:buSzPts val="2000"/>
                        <a:buFont typeface="Times New Roman" panose="02020503050405090304"/>
                        <a:buNone/>
                      </a:pPr>
                      <a:r>
                        <a:rPr lang="en-US" sz="2000" b="0" i="0" u="none" strike="noStrike" cap="none">
                          <a:solidFill>
                            <a:srgbClr val="000000"/>
                          </a:solidFill>
                          <a:latin typeface="Times New Roman" panose="02020503050405090304"/>
                          <a:ea typeface="Times New Roman" panose="02020503050405090304"/>
                          <a:cs typeface="Times New Roman" panose="02020503050405090304"/>
                          <a:sym typeface="Times New Roman" panose="02020503050405090304"/>
                        </a:rPr>
                        <a:t>5</a:t>
                      </a:r>
                    </a:p>
                  </a:txBody>
                  <a:tcPr marL="9525" marR="9525" marT="9525" marB="0" anchor="ctr">
                    <a:lnL w="12700" cap="flat" cmpd="sng">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E9EAF1"/>
                    </a:solidFill>
                  </a:tcPr>
                </a:tc>
                <a:tc>
                  <a:txBody>
                    <a:bodyPr/>
                    <a:lstStyle/>
                    <a:p>
                      <a:r>
                        <a:rPr lang="de-DE" sz="1800" dirty="0">
                          <a:latin typeface="Times New Roman" pitchFamily="18" charset="0"/>
                          <a:cs typeface="Times New Roman" pitchFamily="18" charset="0"/>
                        </a:rPr>
                        <a:t>Smart Dual Bin System </a:t>
                      </a:r>
                      <a:r>
                        <a:rPr lang="de-DE" sz="1800" i="1" dirty="0">
                          <a:latin typeface="Times New Roman" pitchFamily="18" charset="0"/>
                          <a:cs typeface="Times New Roman" pitchFamily="18" charset="0"/>
                        </a:rPr>
                        <a:t>(S. Rao)</a:t>
                      </a:r>
                      <a:endParaRPr lang="de-DE" sz="1800" dirty="0">
                        <a:latin typeface="Times New Roman" pitchFamily="18" charset="0"/>
                        <a:cs typeface="Times New Roman" pitchFamily="18" charset="0"/>
                      </a:endParaRPr>
                    </a:p>
                  </a:txBody>
                  <a:tcPr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E9EAF1"/>
                    </a:solidFill>
                  </a:tcPr>
                </a:tc>
                <a:tc>
                  <a:txBody>
                    <a:bodyPr/>
                    <a:lstStyle/>
                    <a:p>
                      <a:r>
                        <a:rPr lang="en-US" sz="1800" dirty="0">
                          <a:latin typeface="Times New Roman" pitchFamily="18" charset="0"/>
                          <a:cs typeface="Times New Roman" pitchFamily="18" charset="0"/>
                        </a:rPr>
                        <a:t>Ultrasonic lid opener + Moisture selector</a:t>
                      </a:r>
                    </a:p>
                  </a:txBody>
                  <a:tcPr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E9EAF1"/>
                    </a:solidFill>
                  </a:tcPr>
                </a:tc>
                <a:tc>
                  <a:txBody>
                    <a:bodyPr/>
                    <a:lstStyle/>
                    <a:p>
                      <a:r>
                        <a:rPr lang="en-US" sz="1800" dirty="0">
                          <a:latin typeface="Times New Roman" pitchFamily="18" charset="0"/>
                          <a:cs typeface="Times New Roman" pitchFamily="18" charset="0"/>
                        </a:rPr>
                        <a:t>Hands-free, good user hygiene</a:t>
                      </a:r>
                    </a:p>
                  </a:txBody>
                  <a:tcPr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E9EAF1"/>
                    </a:solidFill>
                  </a:tcPr>
                </a:tc>
                <a:tc>
                  <a:txBody>
                    <a:bodyPr/>
                    <a:lstStyle/>
                    <a:p>
                      <a:r>
                        <a:rPr lang="en-US" sz="1800" dirty="0">
                          <a:latin typeface="Times New Roman" pitchFamily="18" charset="0"/>
                          <a:cs typeface="Times New Roman" pitchFamily="18" charset="0"/>
                        </a:rPr>
                        <a:t>Power supply dependent</a:t>
                      </a:r>
                    </a:p>
                  </a:txBody>
                  <a:tcPr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E9EAF1"/>
                    </a:solidFill>
                  </a:tcPr>
                </a:tc>
              </a:tr>
            </a:tbl>
          </a:graphicData>
        </a:graphic>
      </p:graphicFrame>
      <p:pic>
        <p:nvPicPr>
          <p:cNvPr id="179" name="Google Shape;179;p22"/>
          <p:cNvPicPr preferRelativeResize="0"/>
          <p:nvPr/>
        </p:nvPicPr>
        <p:blipFill rotWithShape="1">
          <a:blip r:embed="rId3"/>
          <a:srcRect/>
          <a:stretch>
            <a:fillRect/>
          </a:stretch>
        </p:blipFill>
        <p:spPr>
          <a:xfrm>
            <a:off x="10920412" y="158750"/>
            <a:ext cx="981075" cy="838200"/>
          </a:xfrm>
          <a:prstGeom prst="rect">
            <a:avLst/>
          </a:prstGeom>
          <a:noFill/>
          <a:ln>
            <a:noFill/>
          </a:ln>
        </p:spPr>
      </p:pic>
    </p:spTree>
  </p:cSld>
  <p:clrMapOvr>
    <a:masterClrMapping/>
  </p:clrMapOvr>
  <p:transition spd="med">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85"/>
        <p:cNvGrpSpPr/>
        <p:nvPr/>
      </p:nvGrpSpPr>
      <p:grpSpPr>
        <a:xfrm>
          <a:off x="0" y="0"/>
          <a:ext cx="0" cy="0"/>
          <a:chOff x="0" y="0"/>
          <a:chExt cx="0" cy="0"/>
        </a:xfrm>
      </p:grpSpPr>
      <p:sp>
        <p:nvSpPr>
          <p:cNvPr id="187" name="Google Shape;187;p23"/>
          <p:cNvSpPr txBox="1">
            <a:spLocks noGrp="1"/>
          </p:cNvSpPr>
          <p:nvPr>
            <p:ph type="title"/>
          </p:nvPr>
        </p:nvSpPr>
        <p:spPr>
          <a:xfrm>
            <a:off x="890587" y="261937"/>
            <a:ext cx="10363200" cy="838200"/>
          </a:xfrm>
          <a:prstGeom prst="rect">
            <a:avLst/>
          </a:prstGeom>
          <a:noFill/>
          <a:ln>
            <a:noFill/>
          </a:ln>
        </p:spPr>
        <p:txBody>
          <a:bodyPr spcFirstLastPara="1" wrap="square" lIns="91425" tIns="45700" rIns="91425" bIns="91425" anchor="b" anchorCtr="0">
            <a:normAutofit/>
          </a:bodyPr>
          <a:lstStyle/>
          <a:p>
            <a:pPr marL="0" lvl="0" indent="0" algn="ctr" rtl="0">
              <a:lnSpc>
                <a:spcPct val="100000"/>
              </a:lnSpc>
              <a:spcBef>
                <a:spcPts val="0"/>
              </a:spcBef>
              <a:spcAft>
                <a:spcPts val="0"/>
              </a:spcAft>
              <a:buClr>
                <a:srgbClr val="0E58C4"/>
              </a:buClr>
              <a:buSzPts val="4000"/>
              <a:buFont typeface="Times New Roman" panose="02020503050405090304"/>
              <a:buNone/>
            </a:pPr>
            <a:r>
              <a:rPr lang="en-US" sz="40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Literature Survey</a:t>
            </a:r>
          </a:p>
        </p:txBody>
      </p:sp>
      <p:sp>
        <p:nvSpPr>
          <p:cNvPr id="188" name="Google Shape;188;p23"/>
          <p:cNvSpPr txBox="1"/>
          <p:nvPr/>
        </p:nvSpPr>
        <p:spPr>
          <a:xfrm>
            <a:off x="990600" y="1371600"/>
            <a:ext cx="10363200" cy="4572000"/>
          </a:xfrm>
          <a:prstGeom prst="rect">
            <a:avLst/>
          </a:prstGeom>
          <a:noFill/>
          <a:ln>
            <a:noFill/>
          </a:ln>
        </p:spPr>
        <p:txBody>
          <a:bodyPr spcFirstLastPara="1" wrap="square" lIns="91425" tIns="45700" rIns="91425" bIns="45700" anchor="t" anchorCtr="0">
            <a:normAutofit/>
          </a:bodyPr>
          <a:lstStyle/>
          <a:p>
            <a:pPr marL="273050" marR="0" lvl="0" indent="-175895" algn="l" rtl="0">
              <a:lnSpc>
                <a:spcPct val="100000"/>
              </a:lnSpc>
              <a:spcBef>
                <a:spcPts val="0"/>
              </a:spcBef>
              <a:spcAft>
                <a:spcPts val="0"/>
              </a:spcAft>
              <a:buClr>
                <a:schemeClr val="accent1"/>
              </a:buClr>
              <a:buSzPts val="1530"/>
              <a:buFont typeface="Noto Sans Symbols"/>
              <a:buNone/>
            </a:pPr>
            <a:endParaRPr sz="1800" b="0" i="0" u="none">
              <a:solidFill>
                <a:srgbClr val="000000"/>
              </a:solidFill>
              <a:latin typeface="Times New Roman" panose="02020503050405090304"/>
              <a:ea typeface="Times New Roman" panose="02020503050405090304"/>
              <a:cs typeface="Times New Roman" panose="02020503050405090304"/>
              <a:sym typeface="Times New Roman" panose="02020503050405090304"/>
            </a:endParaRPr>
          </a:p>
          <a:p>
            <a:pPr marL="273050" marR="0" lvl="0" indent="-273050" algn="l" rtl="0">
              <a:lnSpc>
                <a:spcPct val="100000"/>
              </a:lnSpc>
              <a:spcBef>
                <a:spcPts val="500"/>
              </a:spcBef>
              <a:spcAft>
                <a:spcPts val="0"/>
              </a:spcAft>
              <a:buClr>
                <a:schemeClr val="accent1"/>
              </a:buClr>
              <a:buSzPts val="1530"/>
            </a:pPr>
            <a:endParaRPr lang="en-US" sz="1800" b="1" i="0" u="none" dirty="0">
              <a:solidFill>
                <a:srgbClr val="C00000"/>
              </a:solidFill>
              <a:latin typeface="Times New Roman" panose="02020503050405090304"/>
              <a:ea typeface="Times New Roman" panose="02020503050405090304"/>
              <a:cs typeface="Times New Roman" panose="02020503050405090304"/>
              <a:sym typeface="Times New Roman" panose="02020503050405090304"/>
            </a:endParaRPr>
          </a:p>
          <a:p>
            <a:pPr marL="0" marR="0" lvl="0" indent="0" algn="l" rtl="0">
              <a:lnSpc>
                <a:spcPct val="100000"/>
              </a:lnSpc>
              <a:spcBef>
                <a:spcPts val="0"/>
              </a:spcBef>
              <a:spcAft>
                <a:spcPts val="0"/>
              </a:spcAft>
              <a:buNone/>
            </a:pPr>
            <a:endParaRPr sz="1800" b="1" i="0" u="none">
              <a:solidFill>
                <a:srgbClr val="C00000"/>
              </a:solidFill>
              <a:latin typeface="Times New Roman" panose="02020503050405090304"/>
              <a:ea typeface="Times New Roman" panose="02020503050405090304"/>
              <a:cs typeface="Times New Roman" panose="02020503050405090304"/>
              <a:sym typeface="Times New Roman" panose="02020503050405090304"/>
            </a:endParaRPr>
          </a:p>
        </p:txBody>
      </p:sp>
      <p:graphicFrame>
        <p:nvGraphicFramePr>
          <p:cNvPr id="189" name="Google Shape;189;p23"/>
          <p:cNvGraphicFramePr/>
          <p:nvPr/>
        </p:nvGraphicFramePr>
        <p:xfrm>
          <a:off x="1219200" y="1143000"/>
          <a:ext cx="9845650" cy="5061585"/>
        </p:xfrm>
        <a:graphic>
          <a:graphicData uri="http://schemas.openxmlformats.org/drawingml/2006/table">
            <a:tbl>
              <a:tblPr>
                <a:noFill/>
                <a:tableStyleId>{BCE9D305-B1F9-4450-9F5A-3FB3B07BF5B3}</a:tableStyleId>
              </a:tblPr>
              <a:tblGrid>
                <a:gridCol w="657225"/>
                <a:gridCol w="2695575"/>
                <a:gridCol w="2590800"/>
                <a:gridCol w="1981200"/>
                <a:gridCol w="1920850"/>
              </a:tblGrid>
              <a:tr h="1038225">
                <a:tc>
                  <a:txBody>
                    <a:bodyPr/>
                    <a:lstStyle/>
                    <a:p>
                      <a:pPr marL="0" marR="0" lvl="0" indent="0" algn="ctr" rtl="0">
                        <a:lnSpc>
                          <a:spcPct val="100000"/>
                        </a:lnSpc>
                        <a:spcBef>
                          <a:spcPts val="0"/>
                        </a:spcBef>
                        <a:spcAft>
                          <a:spcPts val="0"/>
                        </a:spcAft>
                        <a:buClr>
                          <a:srgbClr val="000000"/>
                        </a:buClr>
                        <a:buSzPts val="2000"/>
                        <a:buFont typeface="Times New Roman" panose="02020503050405090304"/>
                        <a:buNone/>
                      </a:pPr>
                      <a:r>
                        <a:rPr lang="en-US" sz="1800" b="0" i="0" u="none" strike="noStrike" cap="none" dirty="0">
                          <a:solidFill>
                            <a:srgbClr val="000000"/>
                          </a:solidFill>
                          <a:latin typeface="Times New Roman" panose="02020503050405090304"/>
                          <a:ea typeface="Times New Roman" panose="02020503050405090304"/>
                          <a:cs typeface="Times New Roman" panose="02020503050405090304"/>
                          <a:sym typeface="Times New Roman" panose="02020503050405090304"/>
                        </a:rPr>
                        <a:t>Ref. No</a:t>
                      </a:r>
                    </a:p>
                  </a:txBody>
                  <a:tcPr marL="9525" marR="9525" marT="9525" marB="0"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E9EAF1"/>
                    </a:solidFill>
                  </a:tcPr>
                </a:tc>
                <a:tc>
                  <a:txBody>
                    <a:bodyPr/>
                    <a:lstStyle/>
                    <a:p>
                      <a:pPr marL="0" marR="0" lvl="0" indent="0" algn="ctr" rtl="0">
                        <a:lnSpc>
                          <a:spcPct val="100000"/>
                        </a:lnSpc>
                        <a:spcBef>
                          <a:spcPts val="0"/>
                        </a:spcBef>
                        <a:spcAft>
                          <a:spcPts val="0"/>
                        </a:spcAft>
                        <a:buClr>
                          <a:srgbClr val="000000"/>
                        </a:buClr>
                        <a:buSzPts val="2000"/>
                        <a:buFont typeface="Times New Roman" panose="02020503050405090304"/>
                        <a:buNone/>
                      </a:pPr>
                      <a:r>
                        <a:rPr lang="en-US" sz="1800" b="0" i="0" u="none" strike="noStrike" cap="none">
                          <a:solidFill>
                            <a:srgbClr val="000000"/>
                          </a:solidFill>
                          <a:latin typeface="Times New Roman" panose="02020503050405090304"/>
                          <a:ea typeface="Times New Roman" panose="02020503050405090304"/>
                          <a:cs typeface="Times New Roman" panose="02020503050405090304"/>
                          <a:sym typeface="Times New Roman" panose="02020503050405090304"/>
                        </a:rPr>
                        <a:t>Title &amp; Author</a:t>
                      </a:r>
                    </a:p>
                  </a:txBody>
                  <a:tcPr marL="9525" marR="9525" marT="9525" marB="0"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rgbClr val="E9EAF1"/>
                    </a:solidFill>
                  </a:tcPr>
                </a:tc>
                <a:tc>
                  <a:txBody>
                    <a:bodyPr/>
                    <a:lstStyle/>
                    <a:p>
                      <a:pPr marL="0" marR="0" lvl="0" indent="0" algn="ctr" rtl="0">
                        <a:lnSpc>
                          <a:spcPct val="100000"/>
                        </a:lnSpc>
                        <a:spcBef>
                          <a:spcPts val="0"/>
                        </a:spcBef>
                        <a:spcAft>
                          <a:spcPts val="0"/>
                        </a:spcAft>
                        <a:buClr>
                          <a:srgbClr val="000000"/>
                        </a:buClr>
                        <a:buSzPts val="2000"/>
                        <a:buFont typeface="Times New Roman" panose="02020503050405090304"/>
                        <a:buNone/>
                      </a:pPr>
                      <a:r>
                        <a:rPr lang="en-US" sz="1800" b="0" i="0" u="none" strike="noStrike" cap="none" dirty="0">
                          <a:solidFill>
                            <a:srgbClr val="000000"/>
                          </a:solidFill>
                          <a:latin typeface="Times New Roman" panose="02020503050405090304"/>
                          <a:ea typeface="Times New Roman" panose="02020503050405090304"/>
                          <a:cs typeface="Times New Roman" panose="02020503050405090304"/>
                          <a:sym typeface="Times New Roman" panose="02020503050405090304"/>
                        </a:rPr>
                        <a:t>Technique Used</a:t>
                      </a:r>
                    </a:p>
                  </a:txBody>
                  <a:tcPr marL="9525" marR="9525" marT="9525" marB="0"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rgbClr val="E9EAF1"/>
                    </a:solidFill>
                  </a:tcPr>
                </a:tc>
                <a:tc>
                  <a:txBody>
                    <a:bodyPr/>
                    <a:lstStyle/>
                    <a:p>
                      <a:pPr marL="0" marR="0" lvl="0" indent="0" algn="ctr" rtl="0">
                        <a:lnSpc>
                          <a:spcPct val="100000"/>
                        </a:lnSpc>
                        <a:spcBef>
                          <a:spcPts val="0"/>
                        </a:spcBef>
                        <a:spcAft>
                          <a:spcPts val="0"/>
                        </a:spcAft>
                        <a:buClr>
                          <a:srgbClr val="000000"/>
                        </a:buClr>
                        <a:buSzPts val="2000"/>
                        <a:buFont typeface="Times New Roman" panose="02020503050405090304"/>
                        <a:buNone/>
                      </a:pPr>
                      <a:r>
                        <a:rPr lang="en-US" sz="1800" b="0" i="0" u="none" strike="noStrike" cap="none">
                          <a:solidFill>
                            <a:srgbClr val="000000"/>
                          </a:solidFill>
                          <a:latin typeface="Times New Roman" panose="02020503050405090304"/>
                          <a:ea typeface="Times New Roman" panose="02020503050405090304"/>
                          <a:cs typeface="Times New Roman" panose="02020503050405090304"/>
                          <a:sym typeface="Times New Roman" panose="02020503050405090304"/>
                        </a:rPr>
                        <a:t>Pros</a:t>
                      </a:r>
                    </a:p>
                  </a:txBody>
                  <a:tcPr marL="9525" marR="9525" marT="9525" marB="0"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rgbClr val="E9EAF1"/>
                    </a:solidFill>
                  </a:tcPr>
                </a:tc>
                <a:tc>
                  <a:txBody>
                    <a:bodyPr/>
                    <a:lstStyle/>
                    <a:p>
                      <a:pPr marL="0" marR="0" lvl="0" indent="0" algn="ctr" rtl="0">
                        <a:lnSpc>
                          <a:spcPct val="100000"/>
                        </a:lnSpc>
                        <a:spcBef>
                          <a:spcPts val="0"/>
                        </a:spcBef>
                        <a:spcAft>
                          <a:spcPts val="0"/>
                        </a:spcAft>
                        <a:buClr>
                          <a:srgbClr val="000000"/>
                        </a:buClr>
                        <a:buSzPts val="2000"/>
                        <a:buFont typeface="Times New Roman" panose="02020503050405090304"/>
                        <a:buNone/>
                      </a:pPr>
                      <a:r>
                        <a:rPr lang="en-US" sz="1800" b="0" i="0" u="none" strike="noStrike" cap="none">
                          <a:solidFill>
                            <a:srgbClr val="000000"/>
                          </a:solidFill>
                          <a:latin typeface="Times New Roman" panose="02020503050405090304"/>
                          <a:ea typeface="Times New Roman" panose="02020503050405090304"/>
                          <a:cs typeface="Times New Roman" panose="02020503050405090304"/>
                          <a:sym typeface="Times New Roman" panose="02020503050405090304"/>
                        </a:rPr>
                        <a:t>Cons</a:t>
                      </a:r>
                    </a:p>
                  </a:txBody>
                  <a:tcPr marL="9525" marR="9525" marT="9525" marB="0"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rgbClr val="E9EAF1"/>
                    </a:solidFill>
                  </a:tcPr>
                </a:tc>
              </a:tr>
              <a:tr h="477825">
                <a:tc>
                  <a:txBody>
                    <a:bodyPr/>
                    <a:lstStyle/>
                    <a:p>
                      <a:pPr marL="0" marR="0" lvl="0" indent="0" algn="ctr" rtl="0">
                        <a:lnSpc>
                          <a:spcPct val="100000"/>
                        </a:lnSpc>
                        <a:spcBef>
                          <a:spcPts val="0"/>
                        </a:spcBef>
                        <a:spcAft>
                          <a:spcPts val="0"/>
                        </a:spcAft>
                        <a:buClr>
                          <a:srgbClr val="000000"/>
                        </a:buClr>
                        <a:buSzPts val="2000"/>
                        <a:buFont typeface="Times New Roman" panose="02020503050405090304"/>
                        <a:buNone/>
                      </a:pPr>
                      <a:r>
                        <a:rPr lang="en-US" sz="1800" b="0" i="0" u="none" strike="noStrike" cap="none">
                          <a:solidFill>
                            <a:srgbClr val="000000"/>
                          </a:solidFill>
                          <a:latin typeface="Times New Roman" panose="02020503050405090304"/>
                          <a:ea typeface="Times New Roman" panose="02020503050405090304"/>
                          <a:cs typeface="Times New Roman" panose="02020503050405090304"/>
                          <a:sym typeface="Times New Roman" panose="02020503050405090304"/>
                        </a:rPr>
                        <a:t>6</a:t>
                      </a:r>
                    </a:p>
                  </a:txBody>
                  <a:tcPr marL="9525" marR="9525" marT="9525" marB="0" anchor="ctr">
                    <a:lnL w="12700" cap="flat" cmpd="sng">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E9EAF1"/>
                    </a:solidFill>
                  </a:tcPr>
                </a:tc>
                <a:tc>
                  <a:txBody>
                    <a:bodyPr/>
                    <a:lstStyle/>
                    <a:p>
                      <a:r>
                        <a:rPr lang="en-US" sz="1800" dirty="0">
                          <a:latin typeface="Times New Roman" pitchFamily="18" charset="0"/>
                          <a:cs typeface="Times New Roman" pitchFamily="18" charset="0"/>
                        </a:rPr>
                        <a:t>Sensor-Based Sorting Dustbin </a:t>
                      </a:r>
                      <a:r>
                        <a:rPr lang="en-US" sz="1800" i="1" dirty="0">
                          <a:latin typeface="Times New Roman" pitchFamily="18" charset="0"/>
                          <a:cs typeface="Times New Roman" pitchFamily="18" charset="0"/>
                        </a:rPr>
                        <a:t>(V. Khan)</a:t>
                      </a:r>
                      <a:endParaRPr lang="en-US" sz="1800" dirty="0">
                        <a:latin typeface="Times New Roman" pitchFamily="18" charset="0"/>
                        <a:cs typeface="Times New Roman" pitchFamily="18" charset="0"/>
                      </a:endParaRPr>
                    </a:p>
                  </a:txBody>
                  <a:tcPr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rgbClr val="E9EAF1"/>
                    </a:solidFill>
                  </a:tcPr>
                </a:tc>
                <a:tc>
                  <a:txBody>
                    <a:bodyPr/>
                    <a:lstStyle/>
                    <a:p>
                      <a:r>
                        <a:rPr lang="pt-BR" sz="1800">
                          <a:latin typeface="Times New Roman" pitchFamily="18" charset="0"/>
                          <a:cs typeface="Times New Roman" pitchFamily="18" charset="0"/>
                        </a:rPr>
                        <a:t>IR + Moisture combo + Servo conveyor</a:t>
                      </a:r>
                    </a:p>
                  </a:txBody>
                  <a:tcPr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rgbClr val="E9EAF1"/>
                    </a:solidFill>
                  </a:tcPr>
                </a:tc>
                <a:tc>
                  <a:txBody>
                    <a:bodyPr/>
                    <a:lstStyle/>
                    <a:p>
                      <a:r>
                        <a:rPr lang="en-US" sz="1800">
                          <a:latin typeface="Times New Roman" pitchFamily="18" charset="0"/>
                          <a:cs typeface="Times New Roman" pitchFamily="18" charset="0"/>
                        </a:rPr>
                        <a:t>Improved segregation accuracy</a:t>
                      </a:r>
                    </a:p>
                  </a:txBody>
                  <a:tcPr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rgbClr val="E9EAF1"/>
                    </a:solidFill>
                  </a:tcPr>
                </a:tc>
                <a:tc>
                  <a:txBody>
                    <a:bodyPr/>
                    <a:lstStyle/>
                    <a:p>
                      <a:r>
                        <a:rPr lang="en-US" sz="1800" dirty="0">
                          <a:latin typeface="Times New Roman" pitchFamily="18" charset="0"/>
                          <a:cs typeface="Times New Roman" pitchFamily="18" charset="0"/>
                        </a:rPr>
                        <a:t>Higher electronic maintenance</a:t>
                      </a:r>
                    </a:p>
                  </a:txBody>
                  <a:tcPr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rgbClr val="E9EAF1"/>
                    </a:solidFill>
                  </a:tcPr>
                </a:tc>
              </a:tr>
              <a:tr h="477825">
                <a:tc>
                  <a:txBody>
                    <a:bodyPr/>
                    <a:lstStyle/>
                    <a:p>
                      <a:pPr marL="0" marR="0" lvl="0" indent="0" algn="ctr" rtl="0">
                        <a:lnSpc>
                          <a:spcPct val="100000"/>
                        </a:lnSpc>
                        <a:spcBef>
                          <a:spcPts val="0"/>
                        </a:spcBef>
                        <a:spcAft>
                          <a:spcPts val="0"/>
                        </a:spcAft>
                        <a:buClr>
                          <a:srgbClr val="000000"/>
                        </a:buClr>
                        <a:buSzPts val="2000"/>
                        <a:buFont typeface="Times New Roman" panose="02020503050405090304"/>
                        <a:buNone/>
                      </a:pPr>
                      <a:r>
                        <a:rPr lang="en-US" sz="1800" b="0" i="0" u="none" strike="noStrike" cap="none">
                          <a:solidFill>
                            <a:srgbClr val="000000"/>
                          </a:solidFill>
                          <a:latin typeface="Times New Roman" panose="02020503050405090304"/>
                          <a:ea typeface="Times New Roman" panose="02020503050405090304"/>
                          <a:cs typeface="Times New Roman" panose="02020503050405090304"/>
                          <a:sym typeface="Times New Roman" panose="02020503050405090304"/>
                        </a:rPr>
                        <a:t>7</a:t>
                      </a:r>
                    </a:p>
                  </a:txBody>
                  <a:tcPr marL="9525" marR="9525" marT="9525" marB="0" anchor="ctr">
                    <a:lnL w="12700" cap="flat" cmpd="sng">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E9EAF1"/>
                    </a:solidFill>
                  </a:tcPr>
                </a:tc>
                <a:tc>
                  <a:txBody>
                    <a:bodyPr/>
                    <a:lstStyle/>
                    <a:p>
                      <a:r>
                        <a:rPr lang="en-US" sz="1800" dirty="0">
                          <a:latin typeface="Times New Roman" pitchFamily="18" charset="0"/>
                          <a:cs typeface="Times New Roman" pitchFamily="18" charset="0"/>
                        </a:rPr>
                        <a:t>AI-Assisted Smart Segregator </a:t>
                      </a:r>
                      <a:r>
                        <a:rPr lang="en-US" sz="1800" i="1" dirty="0">
                          <a:latin typeface="Times New Roman" pitchFamily="18" charset="0"/>
                          <a:cs typeface="Times New Roman" pitchFamily="18" charset="0"/>
                        </a:rPr>
                        <a:t>(P. Das)</a:t>
                      </a:r>
                      <a:endParaRPr lang="en-US" sz="1800" dirty="0">
                        <a:latin typeface="Times New Roman" pitchFamily="18" charset="0"/>
                        <a:cs typeface="Times New Roman" pitchFamily="18" charset="0"/>
                      </a:endParaRPr>
                    </a:p>
                  </a:txBody>
                  <a:tcPr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rgbClr val="E9EAF1"/>
                    </a:solidFill>
                  </a:tcPr>
                </a:tc>
                <a:tc>
                  <a:txBody>
                    <a:bodyPr/>
                    <a:lstStyle/>
                    <a:p>
                      <a:r>
                        <a:rPr lang="en-US" sz="1800">
                          <a:latin typeface="Times New Roman" pitchFamily="18" charset="0"/>
                          <a:cs typeface="Times New Roman" pitchFamily="18" charset="0"/>
                        </a:rPr>
                        <a:t>Camera classification + Moisture confirmation</a:t>
                      </a:r>
                    </a:p>
                  </a:txBody>
                  <a:tcPr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rgbClr val="E9EAF1"/>
                    </a:solidFill>
                  </a:tcPr>
                </a:tc>
                <a:tc>
                  <a:txBody>
                    <a:bodyPr/>
                    <a:lstStyle/>
                    <a:p>
                      <a:r>
                        <a:rPr lang="en-US" sz="1800">
                          <a:latin typeface="Times New Roman" pitchFamily="18" charset="0"/>
                          <a:cs typeface="Times New Roman" pitchFamily="18" charset="0"/>
                        </a:rPr>
                        <a:t>Better identification of waste</a:t>
                      </a:r>
                    </a:p>
                  </a:txBody>
                  <a:tcPr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rgbClr val="E9EAF1"/>
                    </a:solidFill>
                  </a:tcPr>
                </a:tc>
                <a:tc>
                  <a:txBody>
                    <a:bodyPr/>
                    <a:lstStyle/>
                    <a:p>
                      <a:r>
                        <a:rPr lang="en-US" sz="1800" dirty="0">
                          <a:latin typeface="Times New Roman" pitchFamily="18" charset="0"/>
                          <a:cs typeface="Times New Roman" pitchFamily="18" charset="0"/>
                        </a:rPr>
                        <a:t>Expensive, requires training data</a:t>
                      </a:r>
                    </a:p>
                  </a:txBody>
                  <a:tcPr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rgbClr val="E9EAF1"/>
                    </a:solidFill>
                  </a:tcPr>
                </a:tc>
              </a:tr>
              <a:tr h="477825">
                <a:tc>
                  <a:txBody>
                    <a:bodyPr/>
                    <a:lstStyle/>
                    <a:p>
                      <a:pPr marL="0" marR="0" lvl="0" indent="0" algn="ctr" rtl="0">
                        <a:lnSpc>
                          <a:spcPct val="100000"/>
                        </a:lnSpc>
                        <a:spcBef>
                          <a:spcPts val="0"/>
                        </a:spcBef>
                        <a:spcAft>
                          <a:spcPts val="0"/>
                        </a:spcAft>
                        <a:buClr>
                          <a:srgbClr val="000000"/>
                        </a:buClr>
                        <a:buSzPts val="2000"/>
                        <a:buFont typeface="Times New Roman" panose="02020503050405090304"/>
                        <a:buNone/>
                      </a:pPr>
                      <a:r>
                        <a:rPr lang="en-US" sz="1800" b="0" i="0" u="none" strike="noStrike" cap="none">
                          <a:solidFill>
                            <a:srgbClr val="000000"/>
                          </a:solidFill>
                          <a:latin typeface="Times New Roman" panose="02020503050405090304"/>
                          <a:ea typeface="Times New Roman" panose="02020503050405090304"/>
                          <a:cs typeface="Times New Roman" panose="02020503050405090304"/>
                          <a:sym typeface="Times New Roman" panose="02020503050405090304"/>
                        </a:rPr>
                        <a:t>8</a:t>
                      </a:r>
                    </a:p>
                  </a:txBody>
                  <a:tcPr marL="9525" marR="9525" marT="9525" marB="0" anchor="ctr">
                    <a:lnL w="12700" cap="flat" cmpd="sng">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E9EAF1"/>
                    </a:solidFill>
                  </a:tcPr>
                </a:tc>
                <a:tc>
                  <a:txBody>
                    <a:bodyPr/>
                    <a:lstStyle/>
                    <a:p>
                      <a:r>
                        <a:rPr lang="sv-SE" sz="1800" dirty="0">
                          <a:latin typeface="Times New Roman" pitchFamily="18" charset="0"/>
                          <a:cs typeface="Times New Roman" pitchFamily="18" charset="0"/>
                        </a:rPr>
                        <a:t>Solar Smart Dustbin </a:t>
                      </a:r>
                      <a:r>
                        <a:rPr lang="sv-SE" sz="1800" i="1" dirty="0">
                          <a:latin typeface="Times New Roman" pitchFamily="18" charset="0"/>
                          <a:cs typeface="Times New Roman" pitchFamily="18" charset="0"/>
                        </a:rPr>
                        <a:t>(J. Mehta)</a:t>
                      </a:r>
                      <a:endParaRPr lang="sv-SE" sz="1800" dirty="0">
                        <a:latin typeface="Times New Roman" pitchFamily="18" charset="0"/>
                        <a:cs typeface="Times New Roman" pitchFamily="18" charset="0"/>
                      </a:endParaRPr>
                    </a:p>
                  </a:txBody>
                  <a:tcPr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rgbClr val="E9EAF1"/>
                    </a:solidFill>
                  </a:tcPr>
                </a:tc>
                <a:tc>
                  <a:txBody>
                    <a:bodyPr/>
                    <a:lstStyle/>
                    <a:p>
                      <a:r>
                        <a:rPr lang="en-US" sz="1800" dirty="0">
                          <a:latin typeface="Times New Roman" pitchFamily="18" charset="0"/>
                          <a:cs typeface="Times New Roman" pitchFamily="18" charset="0"/>
                        </a:rPr>
                        <a:t>Solar power + Automatic moisture detection</a:t>
                      </a:r>
                    </a:p>
                  </a:txBody>
                  <a:tcPr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rgbClr val="E9EAF1"/>
                    </a:solidFill>
                  </a:tcPr>
                </a:tc>
                <a:tc>
                  <a:txBody>
                    <a:bodyPr/>
                    <a:lstStyle/>
                    <a:p>
                      <a:r>
                        <a:rPr lang="en-US" sz="1800" dirty="0">
                          <a:latin typeface="Times New Roman" pitchFamily="18" charset="0"/>
                          <a:cs typeface="Times New Roman" pitchFamily="18" charset="0"/>
                        </a:rPr>
                        <a:t>Energy-efficient, eco-friendly</a:t>
                      </a:r>
                    </a:p>
                  </a:txBody>
                  <a:tcPr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rgbClr val="E9EAF1"/>
                    </a:solidFill>
                  </a:tcPr>
                </a:tc>
                <a:tc>
                  <a:txBody>
                    <a:bodyPr/>
                    <a:lstStyle/>
                    <a:p>
                      <a:r>
                        <a:rPr lang="en-US" sz="1800" dirty="0">
                          <a:latin typeface="Times New Roman" pitchFamily="18" charset="0"/>
                          <a:cs typeface="Times New Roman" pitchFamily="18" charset="0"/>
                        </a:rPr>
                        <a:t>Works poorly in low sunlight</a:t>
                      </a:r>
                    </a:p>
                  </a:txBody>
                  <a:tcPr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rgbClr val="E9EAF1"/>
                    </a:solidFill>
                  </a:tcPr>
                </a:tc>
              </a:tr>
              <a:tr h="477825">
                <a:tc>
                  <a:txBody>
                    <a:bodyPr/>
                    <a:lstStyle/>
                    <a:p>
                      <a:pPr marL="0" marR="0" lvl="0" indent="0" algn="ctr" rtl="0">
                        <a:lnSpc>
                          <a:spcPct val="100000"/>
                        </a:lnSpc>
                        <a:spcBef>
                          <a:spcPts val="0"/>
                        </a:spcBef>
                        <a:spcAft>
                          <a:spcPts val="0"/>
                        </a:spcAft>
                        <a:buClr>
                          <a:srgbClr val="000000"/>
                        </a:buClr>
                        <a:buSzPts val="2000"/>
                        <a:buFont typeface="Times New Roman" panose="02020503050405090304"/>
                        <a:buNone/>
                      </a:pPr>
                      <a:r>
                        <a:rPr lang="en-US" sz="1800" b="0" i="0" u="none" strike="noStrike" cap="none">
                          <a:solidFill>
                            <a:srgbClr val="000000"/>
                          </a:solidFill>
                          <a:latin typeface="Times New Roman" panose="02020503050405090304"/>
                          <a:ea typeface="Times New Roman" panose="02020503050405090304"/>
                          <a:cs typeface="Times New Roman" panose="02020503050405090304"/>
                          <a:sym typeface="Times New Roman" panose="02020503050405090304"/>
                        </a:rPr>
                        <a:t>9</a:t>
                      </a:r>
                    </a:p>
                  </a:txBody>
                  <a:tcPr marL="9525" marR="9525" marT="9525" marB="0" anchor="ctr">
                    <a:lnL w="12700" cap="flat" cmpd="sng">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E9EAF1"/>
                    </a:solidFill>
                  </a:tcPr>
                </a:tc>
                <a:tc>
                  <a:txBody>
                    <a:bodyPr/>
                    <a:lstStyle/>
                    <a:p>
                      <a:r>
                        <a:rPr lang="en-US" sz="1800" dirty="0">
                          <a:latin typeface="Times New Roman" pitchFamily="18" charset="0"/>
                          <a:cs typeface="Times New Roman" pitchFamily="18" charset="0"/>
                        </a:rPr>
                        <a:t>Level-Detecting Smart Bin </a:t>
                      </a:r>
                      <a:r>
                        <a:rPr lang="en-US" sz="1800" i="1" dirty="0">
                          <a:latin typeface="Times New Roman" pitchFamily="18" charset="0"/>
                          <a:cs typeface="Times New Roman" pitchFamily="18" charset="0"/>
                        </a:rPr>
                        <a:t>(N. </a:t>
                      </a:r>
                      <a:r>
                        <a:rPr lang="en-US" sz="1800" i="1" dirty="0" err="1">
                          <a:latin typeface="Times New Roman" pitchFamily="18" charset="0"/>
                          <a:cs typeface="Times New Roman" pitchFamily="18" charset="0"/>
                        </a:rPr>
                        <a:t>Verma</a:t>
                      </a:r>
                      <a:r>
                        <a:rPr lang="en-US" sz="1800" i="1" dirty="0">
                          <a:latin typeface="Times New Roman" pitchFamily="18" charset="0"/>
                          <a:cs typeface="Times New Roman" pitchFamily="18" charset="0"/>
                        </a:rPr>
                        <a:t>)</a:t>
                      </a:r>
                      <a:endParaRPr lang="en-US" sz="1800" dirty="0">
                        <a:latin typeface="Times New Roman" pitchFamily="18" charset="0"/>
                        <a:cs typeface="Times New Roman" pitchFamily="18" charset="0"/>
                      </a:endParaRPr>
                    </a:p>
                  </a:txBody>
                  <a:tcPr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E9EAF1"/>
                    </a:solidFill>
                  </a:tcPr>
                </a:tc>
                <a:tc>
                  <a:txBody>
                    <a:bodyPr/>
                    <a:lstStyle/>
                    <a:p>
                      <a:r>
                        <a:rPr lang="en-US" sz="1800">
                          <a:latin typeface="Times New Roman" pitchFamily="18" charset="0"/>
                          <a:cs typeface="Times New Roman" pitchFamily="18" charset="0"/>
                        </a:rPr>
                        <a:t>Moisture sensor + Ultrasonic fill-level</a:t>
                      </a:r>
                    </a:p>
                  </a:txBody>
                  <a:tcPr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E9EAF1"/>
                    </a:solidFill>
                  </a:tcPr>
                </a:tc>
                <a:tc>
                  <a:txBody>
                    <a:bodyPr/>
                    <a:lstStyle/>
                    <a:p>
                      <a:r>
                        <a:rPr lang="en-US" sz="1800" dirty="0">
                          <a:latin typeface="Times New Roman" pitchFamily="18" charset="0"/>
                          <a:cs typeface="Times New Roman" pitchFamily="18" charset="0"/>
                        </a:rPr>
                        <a:t>Prevents overflow, auto notification</a:t>
                      </a:r>
                    </a:p>
                  </a:txBody>
                  <a:tcPr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E9EAF1"/>
                    </a:solidFill>
                  </a:tcPr>
                </a:tc>
                <a:tc>
                  <a:txBody>
                    <a:bodyPr/>
                    <a:lstStyle/>
                    <a:p>
                      <a:r>
                        <a:rPr lang="en-US" sz="1800" dirty="0">
                          <a:latin typeface="Times New Roman" pitchFamily="18" charset="0"/>
                          <a:cs typeface="Times New Roman" pitchFamily="18" charset="0"/>
                        </a:rPr>
                        <a:t>Needs calibration for accuracy</a:t>
                      </a:r>
                    </a:p>
                  </a:txBody>
                  <a:tcPr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E9EAF1"/>
                    </a:solidFill>
                  </a:tcPr>
                </a:tc>
              </a:tr>
              <a:tr h="477825">
                <a:tc>
                  <a:txBody>
                    <a:bodyPr/>
                    <a:lstStyle/>
                    <a:p>
                      <a:pPr marL="0" marR="0" lvl="0" indent="0" algn="ctr" rtl="0">
                        <a:lnSpc>
                          <a:spcPct val="100000"/>
                        </a:lnSpc>
                        <a:spcBef>
                          <a:spcPts val="0"/>
                        </a:spcBef>
                        <a:spcAft>
                          <a:spcPts val="0"/>
                        </a:spcAft>
                        <a:buClr>
                          <a:srgbClr val="000000"/>
                        </a:buClr>
                        <a:buSzPts val="2000"/>
                        <a:buFont typeface="Times New Roman" panose="02020503050405090304"/>
                        <a:buNone/>
                      </a:pPr>
                      <a:r>
                        <a:rPr lang="en-US" sz="1800" b="0" i="0" u="none" strike="noStrike" cap="none">
                          <a:solidFill>
                            <a:srgbClr val="000000"/>
                          </a:solidFill>
                          <a:latin typeface="Times New Roman" panose="02020503050405090304"/>
                          <a:ea typeface="Times New Roman" panose="02020503050405090304"/>
                          <a:cs typeface="Times New Roman" panose="02020503050405090304"/>
                          <a:sym typeface="Times New Roman" panose="02020503050405090304"/>
                        </a:rPr>
                        <a:t>10</a:t>
                      </a:r>
                    </a:p>
                  </a:txBody>
                  <a:tcPr marL="9525" marR="9525" marT="9525" marB="0" anchor="ctr">
                    <a:lnL w="12700" cap="flat" cmpd="sng">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E9EAF1"/>
                    </a:solidFill>
                  </a:tcPr>
                </a:tc>
                <a:tc>
                  <a:txBody>
                    <a:bodyPr/>
                    <a:lstStyle/>
                    <a:p>
                      <a:r>
                        <a:rPr lang="en-US" sz="1800">
                          <a:latin typeface="Times New Roman" pitchFamily="18" charset="0"/>
                          <a:cs typeface="Times New Roman" pitchFamily="18" charset="0"/>
                        </a:rPr>
                        <a:t>GSM-Alert Smart Segregator </a:t>
                      </a:r>
                      <a:r>
                        <a:rPr lang="en-US" sz="1800" i="1">
                          <a:latin typeface="Times New Roman" pitchFamily="18" charset="0"/>
                          <a:cs typeface="Times New Roman" pitchFamily="18" charset="0"/>
                        </a:rPr>
                        <a:t>(L. Gupta)</a:t>
                      </a:r>
                      <a:endParaRPr lang="en-US" sz="1800">
                        <a:latin typeface="Times New Roman" pitchFamily="18" charset="0"/>
                        <a:cs typeface="Times New Roman" pitchFamily="18" charset="0"/>
                      </a:endParaRPr>
                    </a:p>
                  </a:txBody>
                  <a:tcPr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E9EAF1"/>
                    </a:solidFill>
                  </a:tcPr>
                </a:tc>
                <a:tc>
                  <a:txBody>
                    <a:bodyPr/>
                    <a:lstStyle/>
                    <a:p>
                      <a:r>
                        <a:rPr lang="en-US" sz="1800">
                          <a:latin typeface="Times New Roman" pitchFamily="18" charset="0"/>
                          <a:cs typeface="Times New Roman" pitchFamily="18" charset="0"/>
                        </a:rPr>
                        <a:t>Moisture segregation + GSM SMS alert</a:t>
                      </a:r>
                    </a:p>
                  </a:txBody>
                  <a:tcPr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E9EAF1"/>
                    </a:solidFill>
                  </a:tcPr>
                </a:tc>
                <a:tc>
                  <a:txBody>
                    <a:bodyPr/>
                    <a:lstStyle/>
                    <a:p>
                      <a:r>
                        <a:rPr lang="en-US" sz="1800">
                          <a:latin typeface="Times New Roman" pitchFamily="18" charset="0"/>
                          <a:cs typeface="Times New Roman" pitchFamily="18" charset="0"/>
                        </a:rPr>
                        <a:t>Works without internet, status SMS</a:t>
                      </a:r>
                    </a:p>
                  </a:txBody>
                  <a:tcPr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E9EAF1"/>
                    </a:solidFill>
                  </a:tcPr>
                </a:tc>
                <a:tc>
                  <a:txBody>
                    <a:bodyPr/>
                    <a:lstStyle/>
                    <a:p>
                      <a:r>
                        <a:rPr lang="en-US" sz="1800" dirty="0">
                          <a:latin typeface="Times New Roman" pitchFamily="18" charset="0"/>
                          <a:cs typeface="Times New Roman" pitchFamily="18" charset="0"/>
                        </a:rPr>
                        <a:t>SMS costs &amp; signal dependency</a:t>
                      </a:r>
                    </a:p>
                  </a:txBody>
                  <a:tcPr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E9EAF1"/>
                    </a:solidFill>
                  </a:tcPr>
                </a:tc>
              </a:tr>
            </a:tbl>
          </a:graphicData>
        </a:graphic>
      </p:graphicFrame>
      <p:pic>
        <p:nvPicPr>
          <p:cNvPr id="190" name="Google Shape;190;p23"/>
          <p:cNvPicPr preferRelativeResize="0"/>
          <p:nvPr/>
        </p:nvPicPr>
        <p:blipFill rotWithShape="1">
          <a:blip r:embed="rId3"/>
          <a:srcRect/>
          <a:stretch>
            <a:fillRect/>
          </a:stretch>
        </p:blipFill>
        <p:spPr>
          <a:xfrm>
            <a:off x="10920412" y="158750"/>
            <a:ext cx="981075" cy="838200"/>
          </a:xfrm>
          <a:prstGeom prst="rect">
            <a:avLst/>
          </a:prstGeom>
          <a:noFill/>
          <a:ln>
            <a:noFill/>
          </a:ln>
        </p:spPr>
      </p:pic>
      <p:sp>
        <p:nvSpPr>
          <p:cNvPr id="191" name="Google Shape;191;p23"/>
          <p:cNvSpPr txBox="1"/>
          <p:nvPr/>
        </p:nvSpPr>
        <p:spPr>
          <a:xfrm>
            <a:off x="966787" y="6400800"/>
            <a:ext cx="5283300" cy="4572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Palatino Linotype"/>
              <a:ea typeface="Palatino Linotype"/>
              <a:cs typeface="Palatino Linotype"/>
              <a:sym typeface="Palatino Linotype"/>
            </a:endParaRPr>
          </a:p>
        </p:txBody>
      </p:sp>
    </p:spTree>
  </p:cSld>
  <p:clrMapOvr>
    <a:masterClrMapping/>
  </p:clrMapOvr>
  <p:transition spd="med">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199" name="Google Shape;199;p24"/>
          <p:cNvSpPr txBox="1">
            <a:spLocks noGrp="1"/>
          </p:cNvSpPr>
          <p:nvPr>
            <p:ph type="body" idx="1"/>
          </p:nvPr>
        </p:nvSpPr>
        <p:spPr>
          <a:xfrm>
            <a:off x="1219200" y="1447800"/>
            <a:ext cx="10363200" cy="4572000"/>
          </a:xfrm>
          <a:prstGeom prst="rect">
            <a:avLst/>
          </a:prstGeom>
          <a:noFill/>
          <a:ln>
            <a:noFill/>
          </a:ln>
        </p:spPr>
        <p:txBody>
          <a:bodyPr spcFirstLastPara="1" wrap="square" lIns="91425" tIns="45700" rIns="91425" bIns="45700" anchor="t" anchorCtr="0">
            <a:normAutofit fontScale="77500" lnSpcReduction="20000"/>
          </a:bodyPr>
          <a:lstStyle/>
          <a:p>
            <a:pPr marL="273050" marR="0" lvl="0" indent="-175895" algn="l" rtl="0">
              <a:lnSpc>
                <a:spcPct val="100000"/>
              </a:lnSpc>
              <a:spcBef>
                <a:spcPts val="0"/>
              </a:spcBef>
              <a:spcAft>
                <a:spcPts val="0"/>
              </a:spcAft>
              <a:buClr>
                <a:schemeClr val="accent1"/>
              </a:buClr>
              <a:buSzPts val="1530"/>
              <a:buFont typeface="Noto Sans Symbols"/>
              <a:buNone/>
            </a:pPr>
            <a:endParaRPr sz="1800" b="0" i="0" u="none">
              <a:solidFill>
                <a:srgbClr val="000000"/>
              </a:solidFill>
              <a:latin typeface="Times New Roman" panose="02020503050405090304"/>
              <a:ea typeface="Times New Roman" panose="02020503050405090304"/>
              <a:cs typeface="Times New Roman" panose="02020503050405090304"/>
              <a:sym typeface="Times New Roman" panose="02020503050405090304"/>
            </a:endParaRPr>
          </a:p>
          <a:p>
            <a:r>
              <a:rPr lang="en-US" sz="2300" dirty="0" smtClean="0">
                <a:latin typeface="Times New Roman" pitchFamily="18" charset="0"/>
                <a:cs typeface="Times New Roman" pitchFamily="18" charset="0"/>
              </a:rPr>
              <a:t>Managing waste efficiently is essential for maintaining a clean environment and promoting sustainable living. However, people often fail to segregate waste correctly at the source due to lack of awareness, inconvenience, or negligence. This leads to mixed waste, which is difficult to recycle, increases landfill burden, produces harmful gases, and contaminates reusable resources.</a:t>
            </a:r>
          </a:p>
          <a:p>
            <a:r>
              <a:rPr lang="en-US" sz="2300" dirty="0" smtClean="0">
                <a:latin typeface="Times New Roman" pitchFamily="18" charset="0"/>
                <a:cs typeface="Times New Roman" pitchFamily="18" charset="0"/>
              </a:rPr>
              <a:t>A </a:t>
            </a:r>
            <a:r>
              <a:rPr lang="en-US" sz="2300" b="1" dirty="0" smtClean="0">
                <a:latin typeface="Times New Roman" pitchFamily="18" charset="0"/>
                <a:cs typeface="Times New Roman" pitchFamily="18" charset="0"/>
              </a:rPr>
              <a:t>Smart Dustbin with automatic segregation of dry and wet waste</a:t>
            </a:r>
            <a:r>
              <a:rPr lang="en-US" sz="2300" dirty="0" smtClean="0">
                <a:latin typeface="Times New Roman" pitchFamily="18" charset="0"/>
                <a:cs typeface="Times New Roman" pitchFamily="18" charset="0"/>
              </a:rPr>
              <a:t> solves this problem by using sensors and automation to identify and separate waste as soon as it is disposed. This reduces human effort, encourages proper waste management habits, supports recycling facilities, minimizes environmental pollution, and makes urban spaces cleaner and healthier</a:t>
            </a:r>
            <a:r>
              <a:rPr lang="en-US" sz="2300" dirty="0" smtClean="0">
                <a:latin typeface="Times New Roman" pitchFamily="18" charset="0"/>
                <a:cs typeface="Times New Roman" pitchFamily="18" charset="0"/>
              </a:rPr>
              <a:t>.</a:t>
            </a:r>
          </a:p>
          <a:p>
            <a:r>
              <a:rPr lang="en-US" sz="2300" b="1" dirty="0" smtClean="0">
                <a:latin typeface="Times New Roman" pitchFamily="18" charset="0"/>
                <a:cs typeface="Times New Roman" pitchFamily="18" charset="0"/>
              </a:rPr>
              <a:t>Key Motivation </a:t>
            </a:r>
            <a:r>
              <a:rPr lang="en-US" sz="2300" b="1" dirty="0" smtClean="0">
                <a:latin typeface="Times New Roman" pitchFamily="18" charset="0"/>
                <a:cs typeface="Times New Roman" pitchFamily="18" charset="0"/>
              </a:rPr>
              <a:t>Points:</a:t>
            </a:r>
            <a:endParaRPr lang="en-US" sz="2300" b="1" dirty="0" smtClean="0">
              <a:latin typeface="Times New Roman" pitchFamily="18" charset="0"/>
              <a:cs typeface="Times New Roman" pitchFamily="18" charset="0"/>
            </a:endParaRPr>
          </a:p>
          <a:p>
            <a:r>
              <a:rPr lang="en-US" sz="2300" b="1" dirty="0" smtClean="0">
                <a:latin typeface="Times New Roman" pitchFamily="18" charset="0"/>
                <a:cs typeface="Times New Roman" pitchFamily="18" charset="0"/>
              </a:rPr>
              <a:t>Promotes proper waste management</a:t>
            </a:r>
            <a:r>
              <a:rPr lang="en-US" sz="2300" dirty="0" smtClean="0">
                <a:latin typeface="Times New Roman" pitchFamily="18" charset="0"/>
                <a:cs typeface="Times New Roman" pitchFamily="18" charset="0"/>
              </a:rPr>
              <a:t> from the source to make recycling easier.</a:t>
            </a:r>
          </a:p>
          <a:p>
            <a:r>
              <a:rPr lang="en-US" sz="2300" b="1" dirty="0" smtClean="0">
                <a:latin typeface="Times New Roman" pitchFamily="18" charset="0"/>
                <a:cs typeface="Times New Roman" pitchFamily="18" charset="0"/>
              </a:rPr>
              <a:t>Reduces manual segregation</a:t>
            </a:r>
            <a:r>
              <a:rPr lang="en-US" sz="2300" dirty="0" smtClean="0">
                <a:latin typeface="Times New Roman" pitchFamily="18" charset="0"/>
                <a:cs typeface="Times New Roman" pitchFamily="18" charset="0"/>
              </a:rPr>
              <a:t> and improves hygiene for sanitation workers.</a:t>
            </a:r>
          </a:p>
          <a:p>
            <a:r>
              <a:rPr lang="en-US" sz="2300" b="1" dirty="0" smtClean="0">
                <a:latin typeface="Times New Roman" pitchFamily="18" charset="0"/>
                <a:cs typeface="Times New Roman" pitchFamily="18" charset="0"/>
              </a:rPr>
              <a:t>Minimizes landfill usage</a:t>
            </a:r>
            <a:r>
              <a:rPr lang="en-US" sz="2300" dirty="0" smtClean="0">
                <a:latin typeface="Times New Roman" pitchFamily="18" charset="0"/>
                <a:cs typeface="Times New Roman" pitchFamily="18" charset="0"/>
              </a:rPr>
              <a:t> by directing recyclable dry waste to appropriate channels.</a:t>
            </a:r>
          </a:p>
          <a:p>
            <a:r>
              <a:rPr lang="en-US" sz="2300" b="1" dirty="0" smtClean="0">
                <a:latin typeface="Times New Roman" pitchFamily="18" charset="0"/>
                <a:cs typeface="Times New Roman" pitchFamily="18" charset="0"/>
              </a:rPr>
              <a:t>Prevents foul odor and contamination</a:t>
            </a:r>
            <a:r>
              <a:rPr lang="en-US" sz="2300" dirty="0" smtClean="0">
                <a:latin typeface="Times New Roman" pitchFamily="18" charset="0"/>
                <a:cs typeface="Times New Roman" pitchFamily="18" charset="0"/>
              </a:rPr>
              <a:t> by isolating wet/organic waste.</a:t>
            </a:r>
          </a:p>
          <a:p>
            <a:r>
              <a:rPr lang="en-US" sz="2300" b="1" dirty="0" smtClean="0">
                <a:latin typeface="Times New Roman" pitchFamily="18" charset="0"/>
                <a:cs typeface="Times New Roman" pitchFamily="18" charset="0"/>
              </a:rPr>
              <a:t>Improves environmental sustainability</a:t>
            </a:r>
            <a:r>
              <a:rPr lang="en-US" sz="2300" dirty="0" smtClean="0">
                <a:latin typeface="Times New Roman" pitchFamily="18" charset="0"/>
                <a:cs typeface="Times New Roman" pitchFamily="18" charset="0"/>
              </a:rPr>
              <a:t> by lowering pollution and resource waste.</a:t>
            </a:r>
          </a:p>
          <a:p>
            <a:r>
              <a:rPr lang="en-US" sz="2300" b="1" dirty="0" smtClean="0">
                <a:latin typeface="Times New Roman" pitchFamily="18" charset="0"/>
                <a:cs typeface="Times New Roman" pitchFamily="18" charset="0"/>
              </a:rPr>
              <a:t>Encourages smart city initiatives</a:t>
            </a:r>
            <a:r>
              <a:rPr lang="en-US" sz="2300" dirty="0" smtClean="0">
                <a:latin typeface="Times New Roman" pitchFamily="18" charset="0"/>
                <a:cs typeface="Times New Roman" pitchFamily="18" charset="0"/>
              </a:rPr>
              <a:t> and supports </a:t>
            </a:r>
            <a:r>
              <a:rPr lang="en-US" sz="2300" dirty="0" err="1" smtClean="0">
                <a:latin typeface="Times New Roman" pitchFamily="18" charset="0"/>
                <a:cs typeface="Times New Roman" pitchFamily="18" charset="0"/>
              </a:rPr>
              <a:t>IoT</a:t>
            </a:r>
            <a:r>
              <a:rPr lang="en-US" sz="2300" dirty="0" smtClean="0">
                <a:latin typeface="Times New Roman" pitchFamily="18" charset="0"/>
                <a:cs typeface="Times New Roman" pitchFamily="18" charset="0"/>
              </a:rPr>
              <a:t>-based solutions in public spaces.</a:t>
            </a:r>
          </a:p>
          <a:p>
            <a:endParaRPr lang="en-US" sz="2300" dirty="0" smtClean="0">
              <a:latin typeface="Times New Roman" pitchFamily="18" charset="0"/>
              <a:cs typeface="Times New Roman" pitchFamily="18" charset="0"/>
            </a:endParaRPr>
          </a:p>
          <a:p>
            <a:pPr marL="273050" marR="0" lvl="0" indent="-273050" algn="l" rtl="0">
              <a:lnSpc>
                <a:spcPct val="100000"/>
              </a:lnSpc>
              <a:spcBef>
                <a:spcPts val="500"/>
              </a:spcBef>
              <a:spcAft>
                <a:spcPts val="0"/>
              </a:spcAft>
              <a:buClr>
                <a:schemeClr val="accent1"/>
              </a:buClr>
              <a:buSzPts val="1530"/>
              <a:buNone/>
            </a:pPr>
            <a:endParaRPr lang="en-US" sz="1800" b="1" i="0" u="none" dirty="0">
              <a:solidFill>
                <a:srgbClr val="C00000"/>
              </a:solidFill>
              <a:latin typeface="Times New Roman" panose="02020503050405090304"/>
              <a:ea typeface="Times New Roman" panose="02020503050405090304"/>
              <a:cs typeface="Times New Roman" panose="02020503050405090304"/>
              <a:sym typeface="Times New Roman" panose="02020503050405090304"/>
            </a:endParaRPr>
          </a:p>
          <a:p>
            <a:pPr marL="273050" marR="0" lvl="0" indent="-175895" algn="l" rtl="0">
              <a:spcBef>
                <a:spcPts val="575"/>
              </a:spcBef>
              <a:spcAft>
                <a:spcPts val="0"/>
              </a:spcAft>
              <a:buClr>
                <a:schemeClr val="accent1"/>
              </a:buClr>
              <a:buSzPts val="1530"/>
              <a:buFont typeface="Noto Sans Symbols"/>
              <a:buNone/>
            </a:pPr>
            <a:endParaRPr sz="1800" b="1" i="0" u="none">
              <a:solidFill>
                <a:srgbClr val="C00000"/>
              </a:solidFill>
              <a:latin typeface="Times New Roman" panose="02020503050405090304"/>
              <a:ea typeface="Times New Roman" panose="02020503050405090304"/>
              <a:cs typeface="Times New Roman" panose="02020503050405090304"/>
              <a:sym typeface="Times New Roman" panose="02020503050405090304"/>
            </a:endParaRPr>
          </a:p>
        </p:txBody>
      </p:sp>
      <p:sp>
        <p:nvSpPr>
          <p:cNvPr id="200" name="Google Shape;200;p24"/>
          <p:cNvSpPr txBox="1">
            <a:spLocks noGrp="1"/>
          </p:cNvSpPr>
          <p:nvPr>
            <p:ph type="title"/>
          </p:nvPr>
        </p:nvSpPr>
        <p:spPr>
          <a:xfrm>
            <a:off x="944562" y="228600"/>
            <a:ext cx="10363200" cy="838200"/>
          </a:xfrm>
          <a:prstGeom prst="rect">
            <a:avLst/>
          </a:prstGeom>
          <a:noFill/>
          <a:ln>
            <a:noFill/>
          </a:ln>
        </p:spPr>
        <p:txBody>
          <a:bodyPr spcFirstLastPara="1" wrap="square" lIns="91425" tIns="45700" rIns="91425" bIns="91425" anchor="b" anchorCtr="0">
            <a:normAutofit/>
          </a:bodyPr>
          <a:lstStyle/>
          <a:p>
            <a:pPr marL="0" lvl="0" indent="0" algn="ctr" rtl="0">
              <a:lnSpc>
                <a:spcPct val="100000"/>
              </a:lnSpc>
              <a:spcBef>
                <a:spcPts val="0"/>
              </a:spcBef>
              <a:spcAft>
                <a:spcPts val="0"/>
              </a:spcAft>
              <a:buClr>
                <a:srgbClr val="0E58C4"/>
              </a:buClr>
              <a:buSzPts val="4000"/>
              <a:buFont typeface="Times New Roman" panose="02020503050405090304"/>
              <a:buNone/>
            </a:pPr>
            <a:r>
              <a:rPr lang="en-US" sz="40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Motivation</a:t>
            </a:r>
          </a:p>
        </p:txBody>
      </p:sp>
      <p:pic>
        <p:nvPicPr>
          <p:cNvPr id="201" name="Google Shape;201;p24"/>
          <p:cNvPicPr preferRelativeResize="0"/>
          <p:nvPr/>
        </p:nvPicPr>
        <p:blipFill rotWithShape="1">
          <a:blip r:embed="rId3"/>
          <a:srcRect/>
          <a:stretch>
            <a:fillRect/>
          </a:stretch>
        </p:blipFill>
        <p:spPr>
          <a:xfrm>
            <a:off x="10920412" y="158750"/>
            <a:ext cx="981075" cy="838200"/>
          </a:xfrm>
          <a:prstGeom prst="rect">
            <a:avLst/>
          </a:prstGeom>
          <a:noFill/>
          <a:ln>
            <a:noFill/>
          </a:ln>
        </p:spPr>
      </p:pic>
      <p:sp>
        <p:nvSpPr>
          <p:cNvPr id="202" name="Google Shape;202;p24"/>
          <p:cNvSpPr txBox="1"/>
          <p:nvPr/>
        </p:nvSpPr>
        <p:spPr>
          <a:xfrm>
            <a:off x="966787" y="6400800"/>
            <a:ext cx="5283300" cy="4572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Palatino Linotype"/>
              <a:ea typeface="Palatino Linotype"/>
              <a:cs typeface="Palatino Linotype"/>
              <a:sym typeface="Palatino Linotype"/>
            </a:endParaRPr>
          </a:p>
        </p:txBody>
      </p:sp>
    </p:spTree>
  </p:cSld>
  <p:clrMapOvr>
    <a:masterClrMapping/>
  </p:clrMapOvr>
  <p:transition spd="med">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07"/>
        <p:cNvGrpSpPr/>
        <p:nvPr/>
      </p:nvGrpSpPr>
      <p:grpSpPr>
        <a:xfrm>
          <a:off x="0" y="0"/>
          <a:ext cx="0" cy="0"/>
          <a:chOff x="0" y="0"/>
          <a:chExt cx="0" cy="0"/>
        </a:xfrm>
      </p:grpSpPr>
      <p:sp>
        <p:nvSpPr>
          <p:cNvPr id="209" name="Google Shape;209;p25"/>
          <p:cNvSpPr txBox="1">
            <a:spLocks noGrp="1"/>
          </p:cNvSpPr>
          <p:nvPr>
            <p:ph type="body" idx="1"/>
          </p:nvPr>
        </p:nvSpPr>
        <p:spPr>
          <a:xfrm>
            <a:off x="901700" y="1619250"/>
            <a:ext cx="10629900" cy="4751400"/>
          </a:xfrm>
          <a:prstGeom prst="rect">
            <a:avLst/>
          </a:prstGeom>
          <a:noFill/>
          <a:ln>
            <a:noFill/>
          </a:ln>
        </p:spPr>
        <p:txBody>
          <a:bodyPr spcFirstLastPara="1" wrap="square" lIns="91425" tIns="45700" rIns="91425" bIns="45700" anchor="t" anchorCtr="0">
            <a:normAutofit/>
          </a:bodyPr>
          <a:lstStyle/>
          <a:p>
            <a:pPr marL="273050" marR="0" lvl="0" indent="-175895" algn="l" rtl="0">
              <a:lnSpc>
                <a:spcPct val="100000"/>
              </a:lnSpc>
              <a:spcBef>
                <a:spcPts val="0"/>
              </a:spcBef>
              <a:spcAft>
                <a:spcPts val="0"/>
              </a:spcAft>
              <a:buClr>
                <a:schemeClr val="accent1"/>
              </a:buClr>
              <a:buSzPts val="1530"/>
              <a:buFont typeface="Noto Sans Symbols"/>
              <a:buNone/>
            </a:pPr>
            <a:endParaRPr sz="1800" b="0" i="0" u="none">
              <a:solidFill>
                <a:srgbClr val="000000"/>
              </a:solidFill>
              <a:latin typeface="Times New Roman" panose="02020503050405090304"/>
              <a:ea typeface="Times New Roman" panose="02020503050405090304"/>
              <a:cs typeface="Times New Roman" panose="02020503050405090304"/>
              <a:sym typeface="Times New Roman" panose="02020503050405090304"/>
            </a:endParaRPr>
          </a:p>
          <a:p>
            <a:r>
              <a:rPr lang="en-US" sz="1800" b="1" dirty="0" smtClean="0">
                <a:latin typeface="Times New Roman" pitchFamily="18" charset="0"/>
                <a:cs typeface="Times New Roman" pitchFamily="18" charset="0"/>
              </a:rPr>
              <a:t>Main Objective</a:t>
            </a:r>
          </a:p>
          <a:p>
            <a:r>
              <a:rPr lang="en-US" sz="1800" dirty="0" smtClean="0">
                <a:latin typeface="Times New Roman" pitchFamily="18" charset="0"/>
                <a:cs typeface="Times New Roman" pitchFamily="18" charset="0"/>
              </a:rPr>
              <a:t>To design and develop a smart dustbin system that automatically segregates dry and wet waste using sensors and automation to improve waste management efficiency and environmental sustainability.</a:t>
            </a:r>
          </a:p>
          <a:p>
            <a:r>
              <a:rPr lang="en-US" sz="1800" b="1" dirty="0" smtClean="0">
                <a:latin typeface="Times New Roman" pitchFamily="18" charset="0"/>
                <a:cs typeface="Times New Roman" pitchFamily="18" charset="0"/>
              </a:rPr>
              <a:t>Specific Objectives</a:t>
            </a:r>
          </a:p>
          <a:p>
            <a:r>
              <a:rPr lang="en-US" sz="1800" dirty="0" smtClean="0">
                <a:latin typeface="Times New Roman" pitchFamily="18" charset="0"/>
                <a:cs typeface="Times New Roman" pitchFamily="18" charset="0"/>
              </a:rPr>
              <a:t>To identify waste type (dry/wet) using sensors and sorting mechanisms.</a:t>
            </a:r>
          </a:p>
          <a:p>
            <a:r>
              <a:rPr lang="en-US" sz="1800" dirty="0" smtClean="0">
                <a:latin typeface="Times New Roman" pitchFamily="18" charset="0"/>
                <a:cs typeface="Times New Roman" pitchFamily="18" charset="0"/>
              </a:rPr>
              <a:t>To automatically separate waste into appropriate bins without human intervention.</a:t>
            </a:r>
          </a:p>
          <a:p>
            <a:r>
              <a:rPr lang="en-US" sz="1800" dirty="0" smtClean="0">
                <a:latin typeface="Times New Roman" pitchFamily="18" charset="0"/>
                <a:cs typeface="Times New Roman" pitchFamily="18" charset="0"/>
              </a:rPr>
              <a:t>To reduce manual handling and improve hygiene in waste disposal.</a:t>
            </a:r>
          </a:p>
          <a:p>
            <a:r>
              <a:rPr lang="en-US" sz="1800" dirty="0" smtClean="0">
                <a:latin typeface="Times New Roman" pitchFamily="18" charset="0"/>
                <a:cs typeface="Times New Roman" pitchFamily="18" charset="0"/>
              </a:rPr>
              <a:t>To support recycling by enabling proper waste segregation at the source.</a:t>
            </a:r>
          </a:p>
          <a:p>
            <a:r>
              <a:rPr lang="en-US" sz="1800" dirty="0" smtClean="0">
                <a:latin typeface="Times New Roman" pitchFamily="18" charset="0"/>
                <a:cs typeface="Times New Roman" pitchFamily="18" charset="0"/>
              </a:rPr>
              <a:t>To integrate </a:t>
            </a:r>
            <a:r>
              <a:rPr lang="en-US" sz="1800" dirty="0" err="1" smtClean="0">
                <a:latin typeface="Times New Roman" pitchFamily="18" charset="0"/>
                <a:cs typeface="Times New Roman" pitchFamily="18" charset="0"/>
              </a:rPr>
              <a:t>IoT</a:t>
            </a:r>
            <a:r>
              <a:rPr lang="en-US" sz="1800" dirty="0" smtClean="0">
                <a:latin typeface="Times New Roman" pitchFamily="18" charset="0"/>
                <a:cs typeface="Times New Roman" pitchFamily="18" charset="0"/>
              </a:rPr>
              <a:t> or monitoring features (optional) for real-time status like bin levels.</a:t>
            </a:r>
          </a:p>
          <a:p>
            <a:r>
              <a:rPr lang="en-US" sz="1800" dirty="0" smtClean="0">
                <a:latin typeface="Times New Roman" pitchFamily="18" charset="0"/>
                <a:cs typeface="Times New Roman" pitchFamily="18" charset="0"/>
              </a:rPr>
              <a:t>To minimize environmental pollution and landfill burden through efficient waste sorting.</a:t>
            </a:r>
          </a:p>
          <a:p>
            <a:r>
              <a:rPr lang="en-US" sz="1800" dirty="0" smtClean="0">
                <a:latin typeface="Times New Roman" pitchFamily="18" charset="0"/>
                <a:cs typeface="Times New Roman" pitchFamily="18" charset="0"/>
              </a:rPr>
              <a:t>To create a user-friendly and cost-effective system suitable for public and </a:t>
            </a:r>
            <a:r>
              <a:rPr lang="en-US" sz="1800" dirty="0" smtClean="0">
                <a:latin typeface="Times New Roman" pitchFamily="18" charset="0"/>
                <a:cs typeface="Times New Roman" pitchFamily="18" charset="0"/>
              </a:rPr>
              <a:t>private spaces.</a:t>
            </a:r>
            <a:endParaRPr lang="en-US" sz="1800" dirty="0" smtClean="0">
              <a:latin typeface="Times New Roman" pitchFamily="18" charset="0"/>
              <a:cs typeface="Times New Roman" pitchFamily="18" charset="0"/>
            </a:endParaRPr>
          </a:p>
          <a:p>
            <a:pPr marL="273050" marR="0" lvl="0" indent="-273050" algn="l" rtl="0">
              <a:lnSpc>
                <a:spcPct val="100000"/>
              </a:lnSpc>
              <a:spcBef>
                <a:spcPts val="500"/>
              </a:spcBef>
              <a:spcAft>
                <a:spcPts val="0"/>
              </a:spcAft>
              <a:buClr>
                <a:schemeClr val="accent1"/>
              </a:buClr>
              <a:buSzPts val="1530"/>
              <a:buNone/>
            </a:pPr>
            <a:endParaRPr lang="en-US" sz="1800" b="1" i="0" u="none" dirty="0">
              <a:solidFill>
                <a:srgbClr val="C00000"/>
              </a:solidFill>
              <a:latin typeface="Times New Roman" pitchFamily="18" charset="0"/>
              <a:ea typeface="Times New Roman" panose="02020503050405090304"/>
              <a:cs typeface="Times New Roman" pitchFamily="18" charset="0"/>
              <a:sym typeface="Times New Roman" panose="02020503050405090304"/>
            </a:endParaRPr>
          </a:p>
        </p:txBody>
      </p:sp>
      <p:sp>
        <p:nvSpPr>
          <p:cNvPr id="210" name="Google Shape;210;p25"/>
          <p:cNvSpPr txBox="1">
            <a:spLocks noGrp="1"/>
          </p:cNvSpPr>
          <p:nvPr>
            <p:ph type="title"/>
          </p:nvPr>
        </p:nvSpPr>
        <p:spPr>
          <a:xfrm>
            <a:off x="361950" y="360362"/>
            <a:ext cx="11396700" cy="1066800"/>
          </a:xfrm>
          <a:prstGeom prst="rect">
            <a:avLst/>
          </a:prstGeom>
          <a:noFill/>
          <a:ln>
            <a:noFill/>
          </a:ln>
        </p:spPr>
        <p:txBody>
          <a:bodyPr spcFirstLastPara="1" wrap="square" lIns="91425" tIns="45700" rIns="91425" bIns="91425" anchor="b" anchorCtr="0">
            <a:normAutofit/>
          </a:bodyPr>
          <a:lstStyle/>
          <a:p>
            <a:pPr marL="0" lvl="0" indent="0" algn="ctr" rtl="0">
              <a:lnSpc>
                <a:spcPct val="100000"/>
              </a:lnSpc>
              <a:spcBef>
                <a:spcPts val="0"/>
              </a:spcBef>
              <a:spcAft>
                <a:spcPts val="0"/>
              </a:spcAft>
              <a:buClr>
                <a:srgbClr val="0E58C4"/>
              </a:buClr>
              <a:buSzPts val="4000"/>
              <a:buFont typeface="Times New Roman" panose="02020503050405090304"/>
              <a:buNone/>
            </a:pPr>
            <a:r>
              <a:rPr lang="en-US" sz="40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Objective</a:t>
            </a:r>
          </a:p>
        </p:txBody>
      </p:sp>
      <p:pic>
        <p:nvPicPr>
          <p:cNvPr id="211" name="Google Shape;211;p25"/>
          <p:cNvPicPr preferRelativeResize="0"/>
          <p:nvPr/>
        </p:nvPicPr>
        <p:blipFill rotWithShape="1">
          <a:blip r:embed="rId3"/>
          <a:srcRect/>
          <a:stretch>
            <a:fillRect/>
          </a:stretch>
        </p:blipFill>
        <p:spPr>
          <a:xfrm>
            <a:off x="10920412" y="158750"/>
            <a:ext cx="981075" cy="838200"/>
          </a:xfrm>
          <a:prstGeom prst="rect">
            <a:avLst/>
          </a:prstGeom>
          <a:noFill/>
          <a:ln>
            <a:noFill/>
          </a:ln>
        </p:spPr>
      </p:pic>
      <p:sp>
        <p:nvSpPr>
          <p:cNvPr id="212" name="Google Shape;212;p25"/>
          <p:cNvSpPr txBox="1"/>
          <p:nvPr/>
        </p:nvSpPr>
        <p:spPr>
          <a:xfrm>
            <a:off x="966787" y="6400800"/>
            <a:ext cx="5283300" cy="4572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Palatino Linotype"/>
              <a:ea typeface="Palatino Linotype"/>
              <a:cs typeface="Palatino Linotype"/>
              <a:sym typeface="Palatino Linotype"/>
            </a:endParaRPr>
          </a:p>
        </p:txBody>
      </p:sp>
    </p:spTree>
  </p:cSld>
  <p:clrMapOvr>
    <a:masterClrMapping/>
  </p:clrMapOvr>
  <p:transition spd="med">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17"/>
        <p:cNvGrpSpPr/>
        <p:nvPr/>
      </p:nvGrpSpPr>
      <p:grpSpPr>
        <a:xfrm>
          <a:off x="0" y="0"/>
          <a:ext cx="0" cy="0"/>
          <a:chOff x="0" y="0"/>
          <a:chExt cx="0" cy="0"/>
        </a:xfrm>
      </p:grpSpPr>
      <p:sp>
        <p:nvSpPr>
          <p:cNvPr id="219" name="Google Shape;219;p26"/>
          <p:cNvSpPr txBox="1">
            <a:spLocks noGrp="1"/>
          </p:cNvSpPr>
          <p:nvPr>
            <p:ph type="body" idx="1"/>
          </p:nvPr>
        </p:nvSpPr>
        <p:spPr>
          <a:xfrm>
            <a:off x="1219200" y="1447800"/>
            <a:ext cx="10363200" cy="4572000"/>
          </a:xfrm>
          <a:prstGeom prst="rect">
            <a:avLst/>
          </a:prstGeom>
          <a:noFill/>
          <a:ln>
            <a:noFill/>
          </a:ln>
        </p:spPr>
        <p:txBody>
          <a:bodyPr spcFirstLastPara="1" wrap="square" lIns="91425" tIns="45700" rIns="91425" bIns="45700" anchor="t" anchorCtr="0">
            <a:normAutofit/>
          </a:bodyPr>
          <a:lstStyle/>
          <a:p>
            <a:pPr marL="273050" marR="0" lvl="0" indent="-175895" algn="l" rtl="0">
              <a:lnSpc>
                <a:spcPct val="100000"/>
              </a:lnSpc>
              <a:spcBef>
                <a:spcPts val="0"/>
              </a:spcBef>
              <a:spcAft>
                <a:spcPts val="0"/>
              </a:spcAft>
              <a:buClr>
                <a:schemeClr val="accent1"/>
              </a:buClr>
              <a:buSzPts val="1530"/>
              <a:buFont typeface="Noto Sans Symbols"/>
              <a:buNone/>
            </a:pPr>
            <a:endParaRPr sz="1800" b="0" i="0" u="none">
              <a:solidFill>
                <a:srgbClr val="000000"/>
              </a:solidFill>
              <a:latin typeface="Times New Roman" panose="02020503050405090304"/>
              <a:ea typeface="Times New Roman" panose="02020503050405090304"/>
              <a:cs typeface="Times New Roman" panose="02020503050405090304"/>
              <a:sym typeface="Times New Roman" panose="02020503050405090304"/>
            </a:endParaRPr>
          </a:p>
          <a:p>
            <a:r>
              <a:rPr lang="en-US" sz="1800" b="1" dirty="0" smtClean="0">
                <a:latin typeface="Times New Roman" pitchFamily="18" charset="0"/>
                <a:cs typeface="Times New Roman" pitchFamily="18" charset="0"/>
              </a:rPr>
              <a:t>Existing Methods Used </a:t>
            </a:r>
            <a:r>
              <a:rPr lang="en-US" sz="1800" b="1" dirty="0" smtClean="0">
                <a:latin typeface="Times New Roman" pitchFamily="18" charset="0"/>
                <a:cs typeface="Times New Roman" pitchFamily="18" charset="0"/>
              </a:rPr>
              <a:t>Today:</a:t>
            </a:r>
            <a:endParaRPr lang="en-US" sz="1800" b="1" dirty="0" smtClean="0">
              <a:latin typeface="Times New Roman" pitchFamily="18" charset="0"/>
              <a:cs typeface="Times New Roman" pitchFamily="18" charset="0"/>
            </a:endParaRPr>
          </a:p>
          <a:p>
            <a:r>
              <a:rPr lang="en-US" sz="1800" dirty="0" smtClean="0">
                <a:latin typeface="Times New Roman" pitchFamily="18" charset="0"/>
                <a:cs typeface="Times New Roman" pitchFamily="18" charset="0"/>
              </a:rPr>
              <a:t>Waste segregation is mostly </a:t>
            </a:r>
            <a:r>
              <a:rPr lang="en-US" sz="1800" b="1" dirty="0" smtClean="0">
                <a:latin typeface="Times New Roman" pitchFamily="18" charset="0"/>
                <a:cs typeface="Times New Roman" pitchFamily="18" charset="0"/>
              </a:rPr>
              <a:t>manual</a:t>
            </a:r>
            <a:r>
              <a:rPr lang="en-US" sz="1800" dirty="0" smtClean="0">
                <a:latin typeface="Times New Roman" pitchFamily="18" charset="0"/>
                <a:cs typeface="Times New Roman" pitchFamily="18" charset="0"/>
              </a:rPr>
              <a:t> at homes/offices (dry &amp; wet bins).</a:t>
            </a:r>
          </a:p>
          <a:p>
            <a:r>
              <a:rPr lang="en-US" sz="1800" b="1" dirty="0" smtClean="0">
                <a:latin typeface="Times New Roman" pitchFamily="18" charset="0"/>
                <a:cs typeface="Times New Roman" pitchFamily="18" charset="0"/>
              </a:rPr>
              <a:t>Human errors</a:t>
            </a:r>
            <a:r>
              <a:rPr lang="en-US" sz="1800" dirty="0" smtClean="0">
                <a:latin typeface="Times New Roman" pitchFamily="18" charset="0"/>
                <a:cs typeface="Times New Roman" pitchFamily="18" charset="0"/>
              </a:rPr>
              <a:t> lead to incorrect segregation and mixed waste.</a:t>
            </a:r>
          </a:p>
          <a:p>
            <a:r>
              <a:rPr lang="en-US" sz="1800" b="1" dirty="0" smtClean="0">
                <a:latin typeface="Times New Roman" pitchFamily="18" charset="0"/>
                <a:cs typeface="Times New Roman" pitchFamily="18" charset="0"/>
              </a:rPr>
              <a:t>Color-coded community bins</a:t>
            </a:r>
            <a:r>
              <a:rPr lang="en-US" sz="1800" dirty="0" smtClean="0">
                <a:latin typeface="Times New Roman" pitchFamily="18" charset="0"/>
                <a:cs typeface="Times New Roman" pitchFamily="18" charset="0"/>
              </a:rPr>
              <a:t> placed in public spaces for disposal.</a:t>
            </a:r>
          </a:p>
          <a:p>
            <a:r>
              <a:rPr lang="en-US" sz="1800" dirty="0" smtClean="0">
                <a:latin typeface="Times New Roman" pitchFamily="18" charset="0"/>
                <a:cs typeface="Times New Roman" pitchFamily="18" charset="0"/>
              </a:rPr>
              <a:t>Improper usage results in </a:t>
            </a:r>
            <a:r>
              <a:rPr lang="en-US" sz="1800" b="1" dirty="0" smtClean="0">
                <a:latin typeface="Times New Roman" pitchFamily="18" charset="0"/>
                <a:cs typeface="Times New Roman" pitchFamily="18" charset="0"/>
              </a:rPr>
              <a:t>contamination of waste streams</a:t>
            </a:r>
            <a:r>
              <a:rPr lang="en-US" sz="1800" dirty="0" smtClean="0">
                <a:latin typeface="Times New Roman" pitchFamily="18" charset="0"/>
                <a:cs typeface="Times New Roman" pitchFamily="18" charset="0"/>
              </a:rPr>
              <a:t>.</a:t>
            </a:r>
          </a:p>
          <a:p>
            <a:r>
              <a:rPr lang="en-US" sz="1800" b="1" dirty="0" smtClean="0">
                <a:latin typeface="Times New Roman" pitchFamily="18" charset="0"/>
                <a:cs typeface="Times New Roman" pitchFamily="18" charset="0"/>
              </a:rPr>
              <a:t>Manual sorting by sanitation workers</a:t>
            </a:r>
            <a:r>
              <a:rPr lang="en-US" sz="1800" dirty="0" smtClean="0">
                <a:latin typeface="Times New Roman" pitchFamily="18" charset="0"/>
                <a:cs typeface="Times New Roman" pitchFamily="18" charset="0"/>
              </a:rPr>
              <a:t> at collection points.</a:t>
            </a:r>
          </a:p>
          <a:p>
            <a:r>
              <a:rPr lang="en-US" sz="1800" dirty="0" smtClean="0">
                <a:latin typeface="Times New Roman" pitchFamily="18" charset="0"/>
                <a:cs typeface="Times New Roman" pitchFamily="18" charset="0"/>
              </a:rPr>
              <a:t>Process is </a:t>
            </a:r>
            <a:r>
              <a:rPr lang="en-US" sz="1800" b="1" dirty="0" smtClean="0">
                <a:latin typeface="Times New Roman" pitchFamily="18" charset="0"/>
                <a:cs typeface="Times New Roman" pitchFamily="18" charset="0"/>
              </a:rPr>
              <a:t>unhygienic, risky</a:t>
            </a:r>
            <a:r>
              <a:rPr lang="en-US" sz="1800" dirty="0" smtClean="0">
                <a:latin typeface="Times New Roman" pitchFamily="18" charset="0"/>
                <a:cs typeface="Times New Roman" pitchFamily="18" charset="0"/>
              </a:rPr>
              <a:t>, and </a:t>
            </a:r>
            <a:r>
              <a:rPr lang="en-US" sz="1800" b="1" dirty="0" smtClean="0">
                <a:latin typeface="Times New Roman" pitchFamily="18" charset="0"/>
                <a:cs typeface="Times New Roman" pitchFamily="18" charset="0"/>
              </a:rPr>
              <a:t>time-consuming</a:t>
            </a:r>
            <a:r>
              <a:rPr lang="en-US" sz="1800" dirty="0" smtClean="0">
                <a:latin typeface="Times New Roman" pitchFamily="18" charset="0"/>
                <a:cs typeface="Times New Roman" pitchFamily="18" charset="0"/>
              </a:rPr>
              <a:t>.</a:t>
            </a:r>
          </a:p>
          <a:p>
            <a:r>
              <a:rPr lang="en-US" sz="1800" b="1" dirty="0" smtClean="0">
                <a:latin typeface="Times New Roman" pitchFamily="18" charset="0"/>
                <a:cs typeface="Times New Roman" pitchFamily="18" charset="0"/>
              </a:rPr>
              <a:t>Mechanical sorting machines</a:t>
            </a:r>
            <a:r>
              <a:rPr lang="en-US" sz="1800" dirty="0" smtClean="0">
                <a:latin typeface="Times New Roman" pitchFamily="18" charset="0"/>
                <a:cs typeface="Times New Roman" pitchFamily="18" charset="0"/>
              </a:rPr>
              <a:t> used in large waste plants.</a:t>
            </a:r>
          </a:p>
          <a:p>
            <a:r>
              <a:rPr lang="en-US" sz="1800" dirty="0" smtClean="0">
                <a:latin typeface="Times New Roman" pitchFamily="18" charset="0"/>
                <a:cs typeface="Times New Roman" pitchFamily="18" charset="0"/>
              </a:rPr>
              <a:t>Requires </a:t>
            </a:r>
            <a:r>
              <a:rPr lang="en-US" sz="1800" b="1" dirty="0" smtClean="0">
                <a:latin typeface="Times New Roman" pitchFamily="18" charset="0"/>
                <a:cs typeface="Times New Roman" pitchFamily="18" charset="0"/>
              </a:rPr>
              <a:t>high cost &amp; infrastructure</a:t>
            </a:r>
            <a:r>
              <a:rPr lang="en-US" sz="1800" dirty="0" smtClean="0">
                <a:latin typeface="Times New Roman" pitchFamily="18" charset="0"/>
                <a:cs typeface="Times New Roman" pitchFamily="18" charset="0"/>
              </a:rPr>
              <a:t>; not suitable for households.</a:t>
            </a:r>
          </a:p>
          <a:p>
            <a:r>
              <a:rPr lang="en-US" sz="1800" b="1" dirty="0" smtClean="0">
                <a:latin typeface="Times New Roman" pitchFamily="18" charset="0"/>
                <a:cs typeface="Times New Roman" pitchFamily="18" charset="0"/>
              </a:rPr>
              <a:t>Composting bins</a:t>
            </a:r>
            <a:r>
              <a:rPr lang="en-US" sz="1800" dirty="0" smtClean="0">
                <a:latin typeface="Times New Roman" pitchFamily="18" charset="0"/>
                <a:cs typeface="Times New Roman" pitchFamily="18" charset="0"/>
              </a:rPr>
              <a:t> for wet/organic waste at homes and communities.</a:t>
            </a:r>
          </a:p>
          <a:p>
            <a:r>
              <a:rPr lang="en-US" sz="1800" b="1" dirty="0" smtClean="0">
                <a:latin typeface="Times New Roman" pitchFamily="18" charset="0"/>
                <a:cs typeface="Times New Roman" pitchFamily="18" charset="0"/>
              </a:rPr>
              <a:t>User discipline</a:t>
            </a:r>
            <a:r>
              <a:rPr lang="en-US" sz="1800" dirty="0" smtClean="0">
                <a:latin typeface="Times New Roman" pitchFamily="18" charset="0"/>
                <a:cs typeface="Times New Roman" pitchFamily="18" charset="0"/>
              </a:rPr>
              <a:t> needed; inconsistent results in segregation.</a:t>
            </a:r>
          </a:p>
          <a:p>
            <a:pPr marL="273050" marR="0" lvl="0" indent="-273050" algn="l" rtl="0">
              <a:lnSpc>
                <a:spcPct val="100000"/>
              </a:lnSpc>
              <a:spcBef>
                <a:spcPts val="500"/>
              </a:spcBef>
              <a:spcAft>
                <a:spcPts val="0"/>
              </a:spcAft>
              <a:buClr>
                <a:schemeClr val="accent1"/>
              </a:buClr>
              <a:buSzPts val="1530"/>
              <a:buNone/>
            </a:pPr>
            <a:endParaRPr lang="en-US" sz="1800" b="1" i="0" u="none" dirty="0">
              <a:solidFill>
                <a:srgbClr val="000000"/>
              </a:solidFill>
              <a:latin typeface="Times New Roman" panose="02020503050405090304"/>
              <a:ea typeface="Times New Roman" panose="02020503050405090304"/>
              <a:cs typeface="Times New Roman" panose="02020503050405090304"/>
              <a:sym typeface="Times New Roman" panose="02020503050405090304"/>
            </a:endParaRPr>
          </a:p>
        </p:txBody>
      </p:sp>
      <p:sp>
        <p:nvSpPr>
          <p:cNvPr id="220" name="Google Shape;220;p26"/>
          <p:cNvSpPr txBox="1">
            <a:spLocks noGrp="1"/>
          </p:cNvSpPr>
          <p:nvPr>
            <p:ph type="title"/>
          </p:nvPr>
        </p:nvSpPr>
        <p:spPr>
          <a:xfrm>
            <a:off x="1219200" y="234950"/>
            <a:ext cx="10363200" cy="1143000"/>
          </a:xfrm>
          <a:prstGeom prst="rect">
            <a:avLst/>
          </a:prstGeom>
          <a:noFill/>
          <a:ln>
            <a:noFill/>
          </a:ln>
        </p:spPr>
        <p:txBody>
          <a:bodyPr spcFirstLastPara="1" wrap="square" lIns="91425" tIns="45700" rIns="91425" bIns="91425" anchor="b" anchorCtr="0">
            <a:normAutofit fontScale="90000"/>
          </a:bodyPr>
          <a:lstStyle/>
          <a:p>
            <a:pPr marL="0" lvl="0" indent="0" algn="ctr" rtl="0">
              <a:lnSpc>
                <a:spcPct val="100000"/>
              </a:lnSpc>
              <a:spcBef>
                <a:spcPts val="0"/>
              </a:spcBef>
              <a:spcAft>
                <a:spcPts val="0"/>
              </a:spcAft>
              <a:buClr>
                <a:srgbClr val="0E58C4"/>
              </a:buClr>
              <a:buSzPts val="3600"/>
              <a:buFont typeface="Times New Roman" panose="02020503050405090304"/>
              <a:buNone/>
            </a:pPr>
            <a: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Existing Method</a:t>
            </a:r>
            <a:b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endPar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endParaRPr>
          </a:p>
        </p:txBody>
      </p:sp>
      <p:pic>
        <p:nvPicPr>
          <p:cNvPr id="221" name="Google Shape;221;p26"/>
          <p:cNvPicPr preferRelativeResize="0"/>
          <p:nvPr/>
        </p:nvPicPr>
        <p:blipFill rotWithShape="1">
          <a:blip r:embed="rId3"/>
          <a:srcRect/>
          <a:stretch>
            <a:fillRect/>
          </a:stretch>
        </p:blipFill>
        <p:spPr>
          <a:xfrm>
            <a:off x="10920412" y="158750"/>
            <a:ext cx="981075" cy="838200"/>
          </a:xfrm>
          <a:prstGeom prst="rect">
            <a:avLst/>
          </a:prstGeom>
          <a:noFill/>
          <a:ln>
            <a:noFill/>
          </a:ln>
        </p:spPr>
      </p:pic>
      <p:sp>
        <p:nvSpPr>
          <p:cNvPr id="222" name="Google Shape;222;p26"/>
          <p:cNvSpPr txBox="1"/>
          <p:nvPr/>
        </p:nvSpPr>
        <p:spPr>
          <a:xfrm>
            <a:off x="966787" y="6400800"/>
            <a:ext cx="5283300" cy="4572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Palatino Linotype"/>
              <a:ea typeface="Palatino Linotype"/>
              <a:cs typeface="Palatino Linotype"/>
              <a:sym typeface="Palatino Linotype"/>
            </a:endParaRPr>
          </a:p>
        </p:txBody>
      </p:sp>
    </p:spTree>
  </p:cSld>
  <p:clrMapOvr>
    <a:masterClrMapping/>
  </p:clrMapOvr>
  <p:transition spd="med">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27"/>
        <p:cNvGrpSpPr/>
        <p:nvPr/>
      </p:nvGrpSpPr>
      <p:grpSpPr>
        <a:xfrm>
          <a:off x="0" y="0"/>
          <a:ext cx="0" cy="0"/>
          <a:chOff x="0" y="0"/>
          <a:chExt cx="0" cy="0"/>
        </a:xfrm>
      </p:grpSpPr>
      <p:sp>
        <p:nvSpPr>
          <p:cNvPr id="228" name="Google Shape;228;p27"/>
          <p:cNvSpPr txBox="1">
            <a:spLocks noGrp="1"/>
          </p:cNvSpPr>
          <p:nvPr>
            <p:ph type="body" idx="1"/>
          </p:nvPr>
        </p:nvSpPr>
        <p:spPr>
          <a:xfrm>
            <a:off x="1219200" y="1447800"/>
            <a:ext cx="10363200" cy="4572000"/>
          </a:xfrm>
          <a:prstGeom prst="rect">
            <a:avLst/>
          </a:prstGeom>
          <a:noFill/>
          <a:ln>
            <a:noFill/>
          </a:ln>
        </p:spPr>
        <p:txBody>
          <a:bodyPr spcFirstLastPara="1" wrap="square" lIns="91425" tIns="45700" rIns="91425" bIns="45700" anchor="t" anchorCtr="0">
            <a:noAutofit/>
          </a:bodyPr>
          <a:lstStyle/>
          <a:p>
            <a:pPr marL="273050" marR="0" lvl="0" indent="-132715" algn="l" rtl="0">
              <a:lnSpc>
                <a:spcPct val="100000"/>
              </a:lnSpc>
              <a:spcBef>
                <a:spcPts val="0"/>
              </a:spcBef>
              <a:spcAft>
                <a:spcPts val="0"/>
              </a:spcAft>
              <a:buClr>
                <a:schemeClr val="accent1"/>
              </a:buClr>
              <a:buSzPts val="2210"/>
              <a:buFont typeface="Noto Sans Symbols"/>
              <a:buNone/>
            </a:pPr>
            <a:endParaRPr sz="2600" b="0" i="0" u="none">
              <a:solidFill>
                <a:schemeClr val="dk1"/>
              </a:solidFill>
              <a:latin typeface="Palatino Linotype"/>
              <a:ea typeface="Palatino Linotype"/>
              <a:cs typeface="Palatino Linotype"/>
              <a:sym typeface="Palatino Linotype"/>
            </a:endParaRPr>
          </a:p>
          <a:p>
            <a:r>
              <a:rPr lang="en-US" sz="1800" b="1" dirty="0" smtClean="0">
                <a:latin typeface="Times New Roman" pitchFamily="18" charset="0"/>
                <a:cs typeface="Times New Roman" pitchFamily="18" charset="0"/>
              </a:rPr>
              <a:t>Proposed </a:t>
            </a:r>
            <a:r>
              <a:rPr lang="en-US" sz="1800" b="1" dirty="0" smtClean="0">
                <a:latin typeface="Times New Roman" pitchFamily="18" charset="0"/>
                <a:cs typeface="Times New Roman" pitchFamily="18" charset="0"/>
              </a:rPr>
              <a:t>Method:</a:t>
            </a:r>
            <a:endParaRPr lang="en-US" sz="1800" b="1" dirty="0" smtClean="0">
              <a:latin typeface="Times New Roman" pitchFamily="18" charset="0"/>
              <a:cs typeface="Times New Roman" pitchFamily="18" charset="0"/>
            </a:endParaRPr>
          </a:p>
          <a:p>
            <a:r>
              <a:rPr lang="en-US" sz="1800" dirty="0" smtClean="0">
                <a:latin typeface="Times New Roman" pitchFamily="18" charset="0"/>
                <a:cs typeface="Times New Roman" pitchFamily="18" charset="0"/>
              </a:rPr>
              <a:t>Implement a </a:t>
            </a:r>
            <a:r>
              <a:rPr lang="en-US" sz="1800" b="1" dirty="0" smtClean="0">
                <a:latin typeface="Times New Roman" pitchFamily="18" charset="0"/>
                <a:cs typeface="Times New Roman" pitchFamily="18" charset="0"/>
              </a:rPr>
              <a:t>smart dustbin</a:t>
            </a:r>
            <a:r>
              <a:rPr lang="en-US" sz="1800" dirty="0" smtClean="0">
                <a:latin typeface="Times New Roman" pitchFamily="18" charset="0"/>
                <a:cs typeface="Times New Roman" pitchFamily="18" charset="0"/>
              </a:rPr>
              <a:t> equipped with sensors and automation.</a:t>
            </a:r>
          </a:p>
          <a:p>
            <a:r>
              <a:rPr lang="en-US" sz="1800" dirty="0" smtClean="0">
                <a:latin typeface="Times New Roman" pitchFamily="18" charset="0"/>
                <a:cs typeface="Times New Roman" pitchFamily="18" charset="0"/>
              </a:rPr>
              <a:t>Detect and classify waste as </a:t>
            </a:r>
            <a:r>
              <a:rPr lang="en-US" sz="1800" b="1" dirty="0" smtClean="0">
                <a:latin typeface="Times New Roman" pitchFamily="18" charset="0"/>
                <a:cs typeface="Times New Roman" pitchFamily="18" charset="0"/>
              </a:rPr>
              <a:t>dry or wet</a:t>
            </a:r>
            <a:r>
              <a:rPr lang="en-US" sz="1800" dirty="0" smtClean="0">
                <a:latin typeface="Times New Roman" pitchFamily="18" charset="0"/>
                <a:cs typeface="Times New Roman" pitchFamily="18" charset="0"/>
              </a:rPr>
              <a:t> at the time of disposal.</a:t>
            </a:r>
          </a:p>
          <a:p>
            <a:r>
              <a:rPr lang="en-US" sz="1800" dirty="0" smtClean="0">
                <a:latin typeface="Times New Roman" pitchFamily="18" charset="0"/>
                <a:cs typeface="Times New Roman" pitchFamily="18" charset="0"/>
              </a:rPr>
              <a:t>Use sensors (e.g., </a:t>
            </a:r>
            <a:r>
              <a:rPr lang="en-US" sz="1800" b="1" dirty="0" smtClean="0">
                <a:latin typeface="Times New Roman" pitchFamily="18" charset="0"/>
                <a:cs typeface="Times New Roman" pitchFamily="18" charset="0"/>
              </a:rPr>
              <a:t>moisture, IR, ultrasonic</a:t>
            </a:r>
            <a:r>
              <a:rPr lang="en-US" sz="1800" dirty="0" smtClean="0">
                <a:latin typeface="Times New Roman" pitchFamily="18" charset="0"/>
                <a:cs typeface="Times New Roman" pitchFamily="18" charset="0"/>
              </a:rPr>
              <a:t>) for identification.</a:t>
            </a:r>
          </a:p>
          <a:p>
            <a:r>
              <a:rPr lang="en-US" sz="1800" dirty="0" smtClean="0">
                <a:latin typeface="Times New Roman" pitchFamily="18" charset="0"/>
                <a:cs typeface="Times New Roman" pitchFamily="18" charset="0"/>
              </a:rPr>
              <a:t>Automatically </a:t>
            </a:r>
            <a:r>
              <a:rPr lang="en-US" sz="1800" b="1" dirty="0" smtClean="0">
                <a:latin typeface="Times New Roman" pitchFamily="18" charset="0"/>
                <a:cs typeface="Times New Roman" pitchFamily="18" charset="0"/>
              </a:rPr>
              <a:t>open the appropriate lid</a:t>
            </a:r>
            <a:r>
              <a:rPr lang="en-US" sz="1800" dirty="0" smtClean="0">
                <a:latin typeface="Times New Roman" pitchFamily="18" charset="0"/>
                <a:cs typeface="Times New Roman" pitchFamily="18" charset="0"/>
              </a:rPr>
              <a:t> or channel for waste.</a:t>
            </a:r>
          </a:p>
          <a:p>
            <a:r>
              <a:rPr lang="en-US" sz="1800" dirty="0" smtClean="0">
                <a:latin typeface="Times New Roman" pitchFamily="18" charset="0"/>
                <a:cs typeface="Times New Roman" pitchFamily="18" charset="0"/>
              </a:rPr>
              <a:t>Waste is directed to </a:t>
            </a:r>
            <a:r>
              <a:rPr lang="en-US" sz="1800" b="1" dirty="0" smtClean="0">
                <a:latin typeface="Times New Roman" pitchFamily="18" charset="0"/>
                <a:cs typeface="Times New Roman" pitchFamily="18" charset="0"/>
              </a:rPr>
              <a:t>separate compartments</a:t>
            </a:r>
            <a:r>
              <a:rPr lang="en-US" sz="1800" dirty="0" smtClean="0">
                <a:latin typeface="Times New Roman" pitchFamily="18" charset="0"/>
                <a:cs typeface="Times New Roman" pitchFamily="18" charset="0"/>
              </a:rPr>
              <a:t> for dry and wet waste.</a:t>
            </a:r>
          </a:p>
          <a:p>
            <a:r>
              <a:rPr lang="en-US" sz="1800" dirty="0" smtClean="0">
                <a:latin typeface="Times New Roman" pitchFamily="18" charset="0"/>
                <a:cs typeface="Times New Roman" pitchFamily="18" charset="0"/>
              </a:rPr>
              <a:t>Reduces need for </a:t>
            </a:r>
            <a:r>
              <a:rPr lang="en-US" sz="1800" b="1" dirty="0" smtClean="0">
                <a:latin typeface="Times New Roman" pitchFamily="18" charset="0"/>
                <a:cs typeface="Times New Roman" pitchFamily="18" charset="0"/>
              </a:rPr>
              <a:t>manual sorting and human contact</a:t>
            </a:r>
            <a:r>
              <a:rPr lang="en-US" sz="1800" dirty="0" smtClean="0">
                <a:latin typeface="Times New Roman" pitchFamily="18" charset="0"/>
                <a:cs typeface="Times New Roman" pitchFamily="18" charset="0"/>
              </a:rPr>
              <a:t> with waste.</a:t>
            </a:r>
          </a:p>
          <a:p>
            <a:r>
              <a:rPr lang="en-US" sz="1800" dirty="0" smtClean="0">
                <a:latin typeface="Times New Roman" pitchFamily="18" charset="0"/>
                <a:cs typeface="Times New Roman" pitchFamily="18" charset="0"/>
              </a:rPr>
              <a:t>Ensures </a:t>
            </a:r>
            <a:r>
              <a:rPr lang="en-US" sz="1800" b="1" dirty="0" smtClean="0">
                <a:latin typeface="Times New Roman" pitchFamily="18" charset="0"/>
                <a:cs typeface="Times New Roman" pitchFamily="18" charset="0"/>
              </a:rPr>
              <a:t>accurate segregation</a:t>
            </a:r>
            <a:r>
              <a:rPr lang="en-US" sz="1800" dirty="0" smtClean="0">
                <a:latin typeface="Times New Roman" pitchFamily="18" charset="0"/>
                <a:cs typeface="Times New Roman" pitchFamily="18" charset="0"/>
              </a:rPr>
              <a:t> from the source itself.</a:t>
            </a:r>
          </a:p>
          <a:p>
            <a:r>
              <a:rPr lang="en-US" sz="1800" dirty="0" smtClean="0">
                <a:latin typeface="Times New Roman" pitchFamily="18" charset="0"/>
                <a:cs typeface="Times New Roman" pitchFamily="18" charset="0"/>
              </a:rPr>
              <a:t>Improves </a:t>
            </a:r>
            <a:r>
              <a:rPr lang="en-US" sz="1800" b="1" dirty="0" smtClean="0">
                <a:latin typeface="Times New Roman" pitchFamily="18" charset="0"/>
                <a:cs typeface="Times New Roman" pitchFamily="18" charset="0"/>
              </a:rPr>
              <a:t>hygiene, safety, and convenience</a:t>
            </a:r>
            <a:r>
              <a:rPr lang="en-US" sz="1800" dirty="0" smtClean="0">
                <a:latin typeface="Times New Roman" pitchFamily="18" charset="0"/>
                <a:cs typeface="Times New Roman" pitchFamily="18" charset="0"/>
              </a:rPr>
              <a:t> for users.</a:t>
            </a:r>
          </a:p>
          <a:p>
            <a:r>
              <a:rPr lang="en-US" sz="1800" dirty="0" smtClean="0">
                <a:latin typeface="Times New Roman" pitchFamily="18" charset="0"/>
                <a:cs typeface="Times New Roman" pitchFamily="18" charset="0"/>
              </a:rPr>
              <a:t>Supports </a:t>
            </a:r>
            <a:r>
              <a:rPr lang="en-US" sz="1800" b="1" dirty="0" smtClean="0">
                <a:latin typeface="Times New Roman" pitchFamily="18" charset="0"/>
                <a:cs typeface="Times New Roman" pitchFamily="18" charset="0"/>
              </a:rPr>
              <a:t>recycling and composting</a:t>
            </a:r>
            <a:r>
              <a:rPr lang="en-US" sz="1800" dirty="0" smtClean="0">
                <a:latin typeface="Times New Roman" pitchFamily="18" charset="0"/>
                <a:cs typeface="Times New Roman" pitchFamily="18" charset="0"/>
              </a:rPr>
              <a:t> by maintaining purity of waste.</a:t>
            </a:r>
          </a:p>
          <a:p>
            <a:r>
              <a:rPr lang="en-US" sz="1800" dirty="0" smtClean="0">
                <a:latin typeface="Times New Roman" pitchFamily="18" charset="0"/>
                <a:cs typeface="Times New Roman" pitchFamily="18" charset="0"/>
              </a:rPr>
              <a:t>Enhances efficiency and aligns with </a:t>
            </a:r>
            <a:r>
              <a:rPr lang="en-US" sz="1800" b="1" dirty="0" smtClean="0">
                <a:latin typeface="Times New Roman" pitchFamily="18" charset="0"/>
                <a:cs typeface="Times New Roman" pitchFamily="18" charset="0"/>
              </a:rPr>
              <a:t>Smart City / </a:t>
            </a:r>
            <a:r>
              <a:rPr lang="en-US" sz="1800" b="1" dirty="0" err="1" smtClean="0">
                <a:latin typeface="Times New Roman" pitchFamily="18" charset="0"/>
                <a:cs typeface="Times New Roman" pitchFamily="18" charset="0"/>
              </a:rPr>
              <a:t>IoT</a:t>
            </a:r>
            <a:r>
              <a:rPr lang="en-US" sz="1800" b="1" dirty="0" smtClean="0">
                <a:latin typeface="Times New Roman" pitchFamily="18" charset="0"/>
                <a:cs typeface="Times New Roman" pitchFamily="18" charset="0"/>
              </a:rPr>
              <a:t> initiatives</a:t>
            </a:r>
            <a:r>
              <a:rPr lang="en-US" sz="1800" dirty="0" smtClean="0">
                <a:latin typeface="Times New Roman" pitchFamily="18" charset="0"/>
                <a:cs typeface="Times New Roman" pitchFamily="18" charset="0"/>
              </a:rPr>
              <a:t>.</a:t>
            </a:r>
          </a:p>
          <a:p>
            <a:pPr marL="273050" marR="0" lvl="0" indent="-273050" algn="l" rtl="0">
              <a:lnSpc>
                <a:spcPct val="100000"/>
              </a:lnSpc>
              <a:spcBef>
                <a:spcPts val="500"/>
              </a:spcBef>
              <a:spcAft>
                <a:spcPts val="0"/>
              </a:spcAft>
              <a:buClr>
                <a:schemeClr val="accent1"/>
              </a:buClr>
              <a:buSzPts val="2380"/>
              <a:buFont typeface="Noto Sans Symbols"/>
              <a:buChar char="⚫"/>
            </a:pPr>
            <a:endParaRPr lang="en-US" sz="1800" b="0" i="0" u="none" dirty="0">
              <a:solidFill>
                <a:schemeClr val="dk1"/>
              </a:solidFill>
              <a:latin typeface="Times New Roman" pitchFamily="18" charset="0"/>
              <a:ea typeface="Times New Roman" panose="02020503050405090304"/>
              <a:cs typeface="Times New Roman" pitchFamily="18" charset="0"/>
              <a:sym typeface="Times New Roman" panose="02020503050405090304"/>
            </a:endParaRPr>
          </a:p>
        </p:txBody>
      </p:sp>
      <p:sp>
        <p:nvSpPr>
          <p:cNvPr id="229" name="Google Shape;229;p27"/>
          <p:cNvSpPr txBox="1">
            <a:spLocks noGrp="1"/>
          </p:cNvSpPr>
          <p:nvPr>
            <p:ph type="title"/>
          </p:nvPr>
        </p:nvSpPr>
        <p:spPr>
          <a:xfrm>
            <a:off x="804862" y="373062"/>
            <a:ext cx="10363200" cy="1143000"/>
          </a:xfrm>
          <a:prstGeom prst="rect">
            <a:avLst/>
          </a:prstGeom>
          <a:noFill/>
          <a:ln>
            <a:noFill/>
          </a:ln>
        </p:spPr>
        <p:txBody>
          <a:bodyPr spcFirstLastPara="1" wrap="square" lIns="91425" tIns="45700" rIns="91425" bIns="91425" anchor="b" anchorCtr="0">
            <a:noAutofit/>
          </a:bodyPr>
          <a:lstStyle/>
          <a:p>
            <a:pPr marL="0" lvl="0" indent="0" algn="ctr" rtl="0">
              <a:lnSpc>
                <a:spcPct val="100000"/>
              </a:lnSpc>
              <a:spcBef>
                <a:spcPts val="0"/>
              </a:spcBef>
              <a:spcAft>
                <a:spcPts val="0"/>
              </a:spcAft>
              <a:buClr>
                <a:srgbClr val="0E58C4"/>
              </a:buClr>
              <a:buSzPts val="4000"/>
              <a:buFont typeface="Times New Roman" panose="02020503050405090304"/>
              <a:buNone/>
            </a:pPr>
            <a:r>
              <a:rPr lang="en-US" sz="40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Proposed Method</a:t>
            </a:r>
          </a:p>
        </p:txBody>
      </p:sp>
      <p:pic>
        <p:nvPicPr>
          <p:cNvPr id="231" name="Google Shape;231;p27"/>
          <p:cNvPicPr preferRelativeResize="0"/>
          <p:nvPr/>
        </p:nvPicPr>
        <p:blipFill rotWithShape="1">
          <a:blip r:embed="rId3"/>
          <a:srcRect/>
          <a:stretch>
            <a:fillRect/>
          </a:stretch>
        </p:blipFill>
        <p:spPr>
          <a:xfrm>
            <a:off x="10920412" y="158750"/>
            <a:ext cx="981075" cy="838200"/>
          </a:xfrm>
          <a:prstGeom prst="rect">
            <a:avLst/>
          </a:prstGeom>
          <a:noFill/>
          <a:ln>
            <a:noFill/>
          </a:ln>
        </p:spPr>
      </p:pic>
      <p:sp>
        <p:nvSpPr>
          <p:cNvPr id="232" name="Google Shape;232;p27"/>
          <p:cNvSpPr txBox="1"/>
          <p:nvPr/>
        </p:nvSpPr>
        <p:spPr>
          <a:xfrm>
            <a:off x="966787" y="6400800"/>
            <a:ext cx="5283300" cy="4572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Palatino Linotype"/>
              <a:ea typeface="Palatino Linotype"/>
              <a:cs typeface="Palatino Linotype"/>
              <a:sym typeface="Palatino Linotype"/>
            </a:endParaRPr>
          </a:p>
        </p:txBody>
      </p:sp>
    </p:spTree>
  </p:cSld>
  <p:clrMapOvr>
    <a:masterClrMapping/>
  </p:clrMapOvr>
  <p:transition spd="med">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37"/>
        <p:cNvGrpSpPr/>
        <p:nvPr/>
      </p:nvGrpSpPr>
      <p:grpSpPr>
        <a:xfrm>
          <a:off x="0" y="0"/>
          <a:ext cx="0" cy="0"/>
          <a:chOff x="0" y="0"/>
          <a:chExt cx="0" cy="0"/>
        </a:xfrm>
      </p:grpSpPr>
      <p:sp>
        <p:nvSpPr>
          <p:cNvPr id="239" name="Google Shape;239;p28"/>
          <p:cNvSpPr txBox="1">
            <a:spLocks noGrp="1"/>
          </p:cNvSpPr>
          <p:nvPr>
            <p:ph type="title"/>
          </p:nvPr>
        </p:nvSpPr>
        <p:spPr>
          <a:xfrm>
            <a:off x="804862" y="298450"/>
            <a:ext cx="10363200" cy="1033500"/>
          </a:xfrm>
          <a:prstGeom prst="rect">
            <a:avLst/>
          </a:prstGeom>
          <a:noFill/>
          <a:ln>
            <a:noFill/>
          </a:ln>
        </p:spPr>
        <p:txBody>
          <a:bodyPr spcFirstLastPara="1" wrap="square" lIns="91425" tIns="45700" rIns="91425" bIns="91425" anchor="b" anchorCtr="0">
            <a:normAutofit fontScale="90000"/>
          </a:bodyPr>
          <a:lstStyle/>
          <a:p>
            <a:pPr marL="0" lvl="0" indent="0" algn="ctr" rtl="0">
              <a:lnSpc>
                <a:spcPct val="100000"/>
              </a:lnSpc>
              <a:spcBef>
                <a:spcPts val="0"/>
              </a:spcBef>
              <a:spcAft>
                <a:spcPts val="0"/>
              </a:spcAft>
              <a:buClr>
                <a:srgbClr val="0E58C4"/>
              </a:buClr>
              <a:buSzPts val="3600"/>
              <a:buFont typeface="Times New Roman" panose="02020503050405090304"/>
              <a:buNone/>
            </a:pPr>
            <a: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t>
            </a:r>
            <a:b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t>
            </a:r>
            <a:b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40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Block diagram</a:t>
            </a:r>
          </a:p>
        </p:txBody>
      </p:sp>
      <p:sp>
        <p:nvSpPr>
          <p:cNvPr id="240" name="Google Shape;240;p28"/>
          <p:cNvSpPr txBox="1"/>
          <p:nvPr/>
        </p:nvSpPr>
        <p:spPr>
          <a:xfrm>
            <a:off x="1371600" y="1600200"/>
            <a:ext cx="10363200" cy="4572000"/>
          </a:xfrm>
          <a:prstGeom prst="rect">
            <a:avLst/>
          </a:prstGeom>
          <a:noFill/>
          <a:ln>
            <a:noFill/>
          </a:ln>
        </p:spPr>
        <p:txBody>
          <a:bodyPr spcFirstLastPara="1" wrap="square" lIns="91425" tIns="45700" rIns="91425" bIns="45700" anchor="t" anchorCtr="0">
            <a:normAutofit/>
          </a:bodyPr>
          <a:lstStyle/>
          <a:p>
            <a:pPr marL="273050" marR="0" lvl="0" indent="-175895" algn="l" rtl="0">
              <a:lnSpc>
                <a:spcPct val="100000"/>
              </a:lnSpc>
              <a:spcBef>
                <a:spcPts val="0"/>
              </a:spcBef>
              <a:spcAft>
                <a:spcPts val="0"/>
              </a:spcAft>
              <a:buClr>
                <a:schemeClr val="accent1"/>
              </a:buClr>
              <a:buSzPts val="1530"/>
              <a:buFont typeface="Noto Sans Symbols"/>
              <a:buNone/>
            </a:pPr>
            <a:endParaRPr sz="1800" b="0" i="0" u="none" smtClean="0">
              <a:solidFill>
                <a:srgbClr val="000000"/>
              </a:solidFill>
              <a:latin typeface="Times New Roman" panose="02020503050405090304"/>
              <a:ea typeface="Times New Roman" panose="02020503050405090304"/>
              <a:cs typeface="Times New Roman" panose="02020503050405090304"/>
              <a:sym typeface="Times New Roman" panose="02020503050405090304"/>
            </a:endParaRPr>
          </a:p>
          <a:p>
            <a:pPr marL="273050" indent="-273050">
              <a:spcBef>
                <a:spcPts val="500"/>
              </a:spcBef>
              <a:buClr>
                <a:schemeClr val="accent1"/>
              </a:buClr>
              <a:buSzPts val="1530"/>
            </a:pPr>
            <a:endParaRPr lang="en-US" sz="1800" b="1" i="0" u="none" dirty="0">
              <a:solidFill>
                <a:srgbClr val="C00000"/>
              </a:solidFill>
              <a:latin typeface="Times New Roman" panose="02020503050405090304"/>
              <a:ea typeface="Times New Roman" panose="02020503050405090304"/>
              <a:cs typeface="Times New Roman" panose="02020503050405090304"/>
              <a:sym typeface="Times New Roman" panose="02020503050405090304"/>
            </a:endParaRPr>
          </a:p>
          <a:p>
            <a:pPr marL="273050" marR="0" lvl="0" indent="-273050" algn="l" rtl="0">
              <a:lnSpc>
                <a:spcPct val="100000"/>
              </a:lnSpc>
              <a:spcBef>
                <a:spcPts val="500"/>
              </a:spcBef>
              <a:spcAft>
                <a:spcPts val="0"/>
              </a:spcAft>
              <a:buClr>
                <a:schemeClr val="dk1"/>
              </a:buClr>
              <a:buSzPts val="1800"/>
              <a:buFont typeface="Palatino Linotype"/>
              <a:buNone/>
            </a:pPr>
            <a:endParaRPr sz="1800" b="1" i="0" u="none">
              <a:solidFill>
                <a:srgbClr val="C00000"/>
              </a:solidFill>
              <a:latin typeface="Times New Roman" panose="02020503050405090304"/>
              <a:ea typeface="Times New Roman" panose="02020503050405090304"/>
              <a:cs typeface="Times New Roman" panose="02020503050405090304"/>
              <a:sym typeface="Times New Roman" panose="02020503050405090304"/>
            </a:endParaRPr>
          </a:p>
          <a:p>
            <a:pPr marL="0" marR="0" lvl="0" indent="0" algn="l" rtl="0">
              <a:lnSpc>
                <a:spcPct val="100000"/>
              </a:lnSpc>
              <a:spcBef>
                <a:spcPts val="0"/>
              </a:spcBef>
              <a:spcAft>
                <a:spcPts val="0"/>
              </a:spcAft>
              <a:buNone/>
            </a:pPr>
            <a:endParaRPr sz="1800" b="1" i="0" u="none">
              <a:solidFill>
                <a:srgbClr val="C00000"/>
              </a:solidFill>
              <a:latin typeface="Times New Roman" panose="02020503050405090304"/>
              <a:ea typeface="Times New Roman" panose="02020503050405090304"/>
              <a:cs typeface="Times New Roman" panose="02020503050405090304"/>
              <a:sym typeface="Times New Roman" panose="02020503050405090304"/>
            </a:endParaRPr>
          </a:p>
        </p:txBody>
      </p:sp>
      <p:pic>
        <p:nvPicPr>
          <p:cNvPr id="241" name="Google Shape;241;p28"/>
          <p:cNvPicPr preferRelativeResize="0"/>
          <p:nvPr/>
        </p:nvPicPr>
        <p:blipFill rotWithShape="1">
          <a:blip r:embed="rId3"/>
          <a:srcRect/>
          <a:stretch>
            <a:fillRect/>
          </a:stretch>
        </p:blipFill>
        <p:spPr>
          <a:xfrm>
            <a:off x="10920412" y="158750"/>
            <a:ext cx="981075" cy="838200"/>
          </a:xfrm>
          <a:prstGeom prst="rect">
            <a:avLst/>
          </a:prstGeom>
          <a:noFill/>
          <a:ln>
            <a:noFill/>
          </a:ln>
        </p:spPr>
      </p:pic>
      <p:pic>
        <p:nvPicPr>
          <p:cNvPr id="242" name="Google Shape;242;p28"/>
          <p:cNvPicPr preferRelativeResize="0"/>
          <p:nvPr/>
        </p:nvPicPr>
        <p:blipFill rotWithShape="1">
          <a:blip r:embed="rId3"/>
          <a:srcRect/>
          <a:stretch>
            <a:fillRect/>
          </a:stretch>
        </p:blipFill>
        <p:spPr>
          <a:xfrm>
            <a:off x="11072812" y="311150"/>
            <a:ext cx="981075" cy="838200"/>
          </a:xfrm>
          <a:prstGeom prst="rect">
            <a:avLst/>
          </a:prstGeom>
          <a:noFill/>
          <a:ln>
            <a:noFill/>
          </a:ln>
        </p:spPr>
      </p:pic>
      <p:sp>
        <p:nvSpPr>
          <p:cNvPr id="243" name="Google Shape;243;p28"/>
          <p:cNvSpPr txBox="1"/>
          <p:nvPr/>
        </p:nvSpPr>
        <p:spPr>
          <a:xfrm>
            <a:off x="966787" y="6400800"/>
            <a:ext cx="5283300" cy="4572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Palatino Linotype"/>
              <a:ea typeface="Palatino Linotype"/>
              <a:cs typeface="Palatino Linotype"/>
              <a:sym typeface="Palatino Linotype"/>
            </a:endParaRPr>
          </a:p>
        </p:txBody>
      </p:sp>
      <p:pic>
        <p:nvPicPr>
          <p:cNvPr id="15370" name="Picture 10" descr="Dry and Wet Waste Segregation: A Comprehensive Overview of an ..."/>
          <p:cNvPicPr>
            <a:picLocks noChangeAspect="1" noChangeArrowheads="1"/>
          </p:cNvPicPr>
          <p:nvPr/>
        </p:nvPicPr>
        <p:blipFill>
          <a:blip r:embed="rId4"/>
          <a:srcRect/>
          <a:stretch>
            <a:fillRect/>
          </a:stretch>
        </p:blipFill>
        <p:spPr bwMode="auto">
          <a:xfrm>
            <a:off x="2590800" y="1828800"/>
            <a:ext cx="6324600" cy="3886200"/>
          </a:xfrm>
          <a:prstGeom prst="rect">
            <a:avLst/>
          </a:prstGeom>
          <a:noFill/>
        </p:spPr>
      </p:pic>
    </p:spTree>
  </p:cSld>
  <p:clrMapOvr>
    <a:masterClrMapping/>
  </p:clrMapOvr>
  <p:transition spd="med">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48"/>
        <p:cNvGrpSpPr/>
        <p:nvPr/>
      </p:nvGrpSpPr>
      <p:grpSpPr>
        <a:xfrm>
          <a:off x="0" y="0"/>
          <a:ext cx="0" cy="0"/>
          <a:chOff x="0" y="0"/>
          <a:chExt cx="0" cy="0"/>
        </a:xfrm>
      </p:grpSpPr>
      <p:sp>
        <p:nvSpPr>
          <p:cNvPr id="250" name="Google Shape;250;p29"/>
          <p:cNvSpPr txBox="1">
            <a:spLocks noGrp="1"/>
          </p:cNvSpPr>
          <p:nvPr>
            <p:ph type="title"/>
          </p:nvPr>
        </p:nvSpPr>
        <p:spPr>
          <a:xfrm>
            <a:off x="1219200" y="384175"/>
            <a:ext cx="10363200" cy="1033500"/>
          </a:xfrm>
          <a:prstGeom prst="rect">
            <a:avLst/>
          </a:prstGeom>
          <a:noFill/>
          <a:ln>
            <a:noFill/>
          </a:ln>
        </p:spPr>
        <p:txBody>
          <a:bodyPr spcFirstLastPara="1" wrap="square" lIns="91425" tIns="45700" rIns="91425" bIns="91425" anchor="b" anchorCtr="0">
            <a:normAutofit fontScale="90000"/>
          </a:bodyPr>
          <a:lstStyle/>
          <a:p>
            <a:pPr marL="0" lvl="0" indent="0" algn="ctr" rtl="0">
              <a:lnSpc>
                <a:spcPct val="100000"/>
              </a:lnSpc>
              <a:spcBef>
                <a:spcPts val="0"/>
              </a:spcBef>
              <a:spcAft>
                <a:spcPts val="0"/>
              </a:spcAft>
              <a:buClr>
                <a:srgbClr val="0E58C4"/>
              </a:buClr>
              <a:buSzPts val="3600"/>
              <a:buFont typeface="Times New Roman" panose="02020503050405090304"/>
              <a:buNone/>
            </a:pPr>
            <a: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t>
            </a:r>
            <a:b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t>
            </a:r>
            <a:b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32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Explanation of Proposed Work</a:t>
            </a:r>
          </a:p>
        </p:txBody>
      </p:sp>
      <p:sp>
        <p:nvSpPr>
          <p:cNvPr id="251" name="Google Shape;251;p29"/>
          <p:cNvSpPr txBox="1"/>
          <p:nvPr/>
        </p:nvSpPr>
        <p:spPr>
          <a:xfrm>
            <a:off x="1371600" y="1600200"/>
            <a:ext cx="10363200" cy="4572000"/>
          </a:xfrm>
          <a:prstGeom prst="rect">
            <a:avLst/>
          </a:prstGeom>
          <a:noFill/>
          <a:ln>
            <a:noFill/>
          </a:ln>
        </p:spPr>
        <p:txBody>
          <a:bodyPr spcFirstLastPara="1" wrap="square" lIns="91425" tIns="45700" rIns="91425" bIns="45700" anchor="t" anchorCtr="0">
            <a:normAutofit/>
          </a:bodyPr>
          <a:lstStyle/>
          <a:p>
            <a:pPr marL="273050" marR="0" lvl="0" indent="-175895" algn="l" rtl="0">
              <a:lnSpc>
                <a:spcPct val="100000"/>
              </a:lnSpc>
              <a:spcBef>
                <a:spcPts val="0"/>
              </a:spcBef>
              <a:spcAft>
                <a:spcPts val="0"/>
              </a:spcAft>
              <a:buClr>
                <a:schemeClr val="accent1"/>
              </a:buClr>
              <a:buSzPts val="1530"/>
              <a:buFont typeface="Noto Sans Symbols"/>
              <a:buNone/>
            </a:pPr>
            <a:endParaRPr sz="1800" b="0" i="0" u="none">
              <a:solidFill>
                <a:srgbClr val="000000"/>
              </a:solidFill>
              <a:latin typeface="Times New Roman" panose="02020503050405090304"/>
              <a:ea typeface="Times New Roman" panose="02020503050405090304"/>
              <a:cs typeface="Times New Roman" panose="02020503050405090304"/>
              <a:sym typeface="Times New Roman" panose="02020503050405090304"/>
            </a:endParaRPr>
          </a:p>
          <a:p>
            <a:r>
              <a:rPr lang="en-US" sz="1800" b="1" dirty="0" smtClean="0">
                <a:latin typeface="Times New Roman" pitchFamily="18" charset="0"/>
                <a:cs typeface="Times New Roman" pitchFamily="18" charset="0"/>
              </a:rPr>
              <a:t>Proposed Method Explanation</a:t>
            </a:r>
          </a:p>
          <a:p>
            <a:r>
              <a:rPr lang="en-US" sz="1800" dirty="0" smtClean="0">
                <a:latin typeface="Times New Roman" pitchFamily="18" charset="0"/>
                <a:cs typeface="Times New Roman" pitchFamily="18" charset="0"/>
              </a:rPr>
              <a:t>The proposed smart dustbin is designed to automatically segregate </a:t>
            </a:r>
            <a:r>
              <a:rPr lang="en-US" sz="1800" b="1" dirty="0" smtClean="0">
                <a:latin typeface="Times New Roman" pitchFamily="18" charset="0"/>
                <a:cs typeface="Times New Roman" pitchFamily="18" charset="0"/>
              </a:rPr>
              <a:t>dry and wet waste</a:t>
            </a:r>
            <a:r>
              <a:rPr lang="en-US" sz="1800" dirty="0" smtClean="0">
                <a:latin typeface="Times New Roman" pitchFamily="18" charset="0"/>
                <a:cs typeface="Times New Roman" pitchFamily="18" charset="0"/>
              </a:rPr>
              <a:t> at the point of disposal, improving hygiene, efficiency, and recycling. The system works as follows:</a:t>
            </a:r>
          </a:p>
          <a:p>
            <a:r>
              <a:rPr lang="en-US" sz="1800" b="1" dirty="0" smtClean="0">
                <a:latin typeface="Times New Roman" pitchFamily="18" charset="0"/>
                <a:cs typeface="Times New Roman" pitchFamily="18" charset="0"/>
              </a:rPr>
              <a:t>Waste Input:</a:t>
            </a:r>
            <a:endParaRPr lang="en-US" sz="1800" dirty="0" smtClean="0">
              <a:latin typeface="Times New Roman" pitchFamily="18" charset="0"/>
              <a:cs typeface="Times New Roman" pitchFamily="18" charset="0"/>
            </a:endParaRPr>
          </a:p>
          <a:p>
            <a:pPr lvl="1"/>
            <a:r>
              <a:rPr lang="en-US" sz="1800" dirty="0" smtClean="0">
                <a:latin typeface="Times New Roman" pitchFamily="18" charset="0"/>
                <a:cs typeface="Times New Roman" pitchFamily="18" charset="0"/>
              </a:rPr>
              <a:t>Users deposit waste through the </a:t>
            </a:r>
            <a:r>
              <a:rPr lang="en-US" sz="1800" b="1" dirty="0" smtClean="0">
                <a:latin typeface="Times New Roman" pitchFamily="18" charset="0"/>
                <a:cs typeface="Times New Roman" pitchFamily="18" charset="0"/>
              </a:rPr>
              <a:t>top opening</a:t>
            </a:r>
            <a:r>
              <a:rPr lang="en-US" sz="1800" dirty="0" smtClean="0">
                <a:latin typeface="Times New Roman" pitchFamily="18" charset="0"/>
                <a:cs typeface="Times New Roman" pitchFamily="18" charset="0"/>
              </a:rPr>
              <a:t> of the dustbin.</a:t>
            </a:r>
          </a:p>
          <a:p>
            <a:pPr lvl="1"/>
            <a:r>
              <a:rPr lang="en-US" sz="1800" dirty="0" smtClean="0">
                <a:latin typeface="Times New Roman" pitchFamily="18" charset="0"/>
                <a:cs typeface="Times New Roman" pitchFamily="18" charset="0"/>
              </a:rPr>
              <a:t>The bin is designed for easy access and minimal contact, ensuring cleanliness.</a:t>
            </a:r>
          </a:p>
          <a:p>
            <a:r>
              <a:rPr lang="en-US" sz="1800" b="1" dirty="0" smtClean="0">
                <a:latin typeface="Times New Roman" pitchFamily="18" charset="0"/>
                <a:cs typeface="Times New Roman" pitchFamily="18" charset="0"/>
              </a:rPr>
              <a:t>Sensor Module:</a:t>
            </a:r>
            <a:endParaRPr lang="en-US" sz="1800" dirty="0" smtClean="0">
              <a:latin typeface="Times New Roman" pitchFamily="18" charset="0"/>
              <a:cs typeface="Times New Roman" pitchFamily="18" charset="0"/>
            </a:endParaRPr>
          </a:p>
          <a:p>
            <a:pPr lvl="1"/>
            <a:r>
              <a:rPr lang="en-US" sz="1800" dirty="0" smtClean="0">
                <a:latin typeface="Times New Roman" pitchFamily="18" charset="0"/>
                <a:cs typeface="Times New Roman" pitchFamily="18" charset="0"/>
              </a:rPr>
              <a:t>The waste passes through a </a:t>
            </a:r>
            <a:r>
              <a:rPr lang="en-US" sz="1800" b="1" dirty="0" smtClean="0">
                <a:latin typeface="Times New Roman" pitchFamily="18" charset="0"/>
                <a:cs typeface="Times New Roman" pitchFamily="18" charset="0"/>
              </a:rPr>
              <a:t>sensor unit</a:t>
            </a:r>
            <a:r>
              <a:rPr lang="en-US" sz="1800" dirty="0" smtClean="0">
                <a:latin typeface="Times New Roman" pitchFamily="18" charset="0"/>
                <a:cs typeface="Times New Roman" pitchFamily="18" charset="0"/>
              </a:rPr>
              <a:t> that detects the type of waste.</a:t>
            </a:r>
          </a:p>
          <a:p>
            <a:pPr lvl="1"/>
            <a:r>
              <a:rPr lang="en-US" sz="1800" dirty="0" smtClean="0">
                <a:latin typeface="Times New Roman" pitchFamily="18" charset="0"/>
                <a:cs typeface="Times New Roman" pitchFamily="18" charset="0"/>
              </a:rPr>
              <a:t>Common sensors used:</a:t>
            </a:r>
          </a:p>
          <a:p>
            <a:pPr lvl="2"/>
            <a:r>
              <a:rPr lang="en-US" sz="1800" b="1" dirty="0" smtClean="0">
                <a:latin typeface="Times New Roman" pitchFamily="18" charset="0"/>
                <a:cs typeface="Times New Roman" pitchFamily="18" charset="0"/>
              </a:rPr>
              <a:t>Moisture sensor</a:t>
            </a:r>
            <a:r>
              <a:rPr lang="en-US" sz="1800" dirty="0" smtClean="0">
                <a:latin typeface="Times New Roman" pitchFamily="18" charset="0"/>
                <a:cs typeface="Times New Roman" pitchFamily="18" charset="0"/>
              </a:rPr>
              <a:t> – identifies wet/organic waste.</a:t>
            </a:r>
          </a:p>
          <a:p>
            <a:pPr lvl="2"/>
            <a:r>
              <a:rPr lang="en-US" sz="1800" b="1" dirty="0" smtClean="0">
                <a:latin typeface="Times New Roman" pitchFamily="18" charset="0"/>
                <a:cs typeface="Times New Roman" pitchFamily="18" charset="0"/>
              </a:rPr>
              <a:t>IR or Infrared sensor</a:t>
            </a:r>
            <a:r>
              <a:rPr lang="en-US" sz="1800" dirty="0" smtClean="0">
                <a:latin typeface="Times New Roman" pitchFamily="18" charset="0"/>
                <a:cs typeface="Times New Roman" pitchFamily="18" charset="0"/>
              </a:rPr>
              <a:t> – helps detect solid objects.</a:t>
            </a:r>
          </a:p>
          <a:p>
            <a:pPr lvl="2"/>
            <a:r>
              <a:rPr lang="en-US" sz="1800" b="1" dirty="0" smtClean="0">
                <a:latin typeface="Times New Roman" pitchFamily="18" charset="0"/>
                <a:cs typeface="Times New Roman" pitchFamily="18" charset="0"/>
              </a:rPr>
              <a:t>Ultrasonic sensor</a:t>
            </a:r>
            <a:r>
              <a:rPr lang="en-US" sz="1800" dirty="0" smtClean="0">
                <a:latin typeface="Times New Roman" pitchFamily="18" charset="0"/>
                <a:cs typeface="Times New Roman" pitchFamily="18" charset="0"/>
              </a:rPr>
              <a:t> – can measure waste level or distance for accurate sorting.</a:t>
            </a:r>
          </a:p>
          <a:p>
            <a:r>
              <a:rPr lang="en-US" sz="1800" b="1" dirty="0" smtClean="0">
                <a:latin typeface="Times New Roman" pitchFamily="18" charset="0"/>
                <a:cs typeface="Times New Roman" pitchFamily="18" charset="0"/>
              </a:rPr>
              <a:t>Microcontroller Unit (</a:t>
            </a:r>
            <a:r>
              <a:rPr lang="en-US" sz="1800" b="1" dirty="0" err="1" smtClean="0">
                <a:latin typeface="Times New Roman" pitchFamily="18" charset="0"/>
                <a:cs typeface="Times New Roman" pitchFamily="18" charset="0"/>
              </a:rPr>
              <a:t>Arduino</a:t>
            </a:r>
            <a:r>
              <a:rPr lang="en-US" sz="1800" b="1" dirty="0" smtClean="0">
                <a:latin typeface="Times New Roman" pitchFamily="18" charset="0"/>
                <a:cs typeface="Times New Roman" pitchFamily="18" charset="0"/>
              </a:rPr>
              <a:t>/MCU):</a:t>
            </a:r>
            <a:endParaRPr lang="en-US" sz="1800" dirty="0" smtClean="0">
              <a:latin typeface="Times New Roman" pitchFamily="18" charset="0"/>
              <a:cs typeface="Times New Roman" pitchFamily="18" charset="0"/>
            </a:endParaRPr>
          </a:p>
          <a:p>
            <a:pPr lvl="1"/>
            <a:r>
              <a:rPr lang="en-US" sz="1800" dirty="0" smtClean="0">
                <a:latin typeface="Times New Roman" pitchFamily="18" charset="0"/>
                <a:cs typeface="Times New Roman" pitchFamily="18" charset="0"/>
              </a:rPr>
              <a:t>The sensors send signals to the </a:t>
            </a:r>
            <a:r>
              <a:rPr lang="en-US" sz="1800" b="1" dirty="0" smtClean="0">
                <a:latin typeface="Times New Roman" pitchFamily="18" charset="0"/>
                <a:cs typeface="Times New Roman" pitchFamily="18" charset="0"/>
              </a:rPr>
              <a:t>microcontroller</a:t>
            </a:r>
            <a:r>
              <a:rPr lang="en-US" sz="1800" dirty="0" smtClean="0">
                <a:latin typeface="Times New Roman" pitchFamily="18" charset="0"/>
                <a:cs typeface="Times New Roman" pitchFamily="18" charset="0"/>
              </a:rPr>
              <a:t>, which processes the data.</a:t>
            </a:r>
          </a:p>
          <a:p>
            <a:pPr lvl="1"/>
            <a:r>
              <a:rPr lang="en-US" sz="1800" dirty="0" smtClean="0">
                <a:latin typeface="Times New Roman" pitchFamily="18" charset="0"/>
                <a:cs typeface="Times New Roman" pitchFamily="18" charset="0"/>
              </a:rPr>
              <a:t>Based on the input, the microcontroller determines whether the waste is </a:t>
            </a:r>
            <a:r>
              <a:rPr lang="en-US" sz="1800" b="1" dirty="0" smtClean="0">
                <a:latin typeface="Times New Roman" pitchFamily="18" charset="0"/>
                <a:cs typeface="Times New Roman" pitchFamily="18" charset="0"/>
              </a:rPr>
              <a:t>dry</a:t>
            </a:r>
            <a:endParaRPr lang="en-US" sz="1800" dirty="0" smtClean="0">
              <a:latin typeface="Times New Roman" pitchFamily="18" charset="0"/>
              <a:cs typeface="Times New Roman" pitchFamily="18" charset="0"/>
            </a:endParaRPr>
          </a:p>
          <a:p>
            <a:pPr marL="273050" marR="0" lvl="0" indent="-273050" algn="l" rtl="0">
              <a:lnSpc>
                <a:spcPct val="100000"/>
              </a:lnSpc>
              <a:spcBef>
                <a:spcPts val="500"/>
              </a:spcBef>
              <a:spcAft>
                <a:spcPts val="0"/>
              </a:spcAft>
              <a:buClr>
                <a:schemeClr val="accent1"/>
              </a:buClr>
              <a:buSzPts val="1530"/>
            </a:pPr>
            <a:endParaRPr lang="en-US" sz="1800" b="1" i="0" u="none" dirty="0">
              <a:solidFill>
                <a:srgbClr val="417B85"/>
              </a:solidFill>
              <a:latin typeface="Times New Roman" panose="02020503050405090304"/>
              <a:ea typeface="Times New Roman" panose="02020503050405090304"/>
              <a:cs typeface="Times New Roman" panose="02020503050405090304"/>
              <a:sym typeface="Times New Roman" panose="02020503050405090304"/>
            </a:endParaRPr>
          </a:p>
          <a:p>
            <a:pPr marL="0" marR="0" lvl="0" indent="0" algn="l" rtl="0">
              <a:lnSpc>
                <a:spcPct val="100000"/>
              </a:lnSpc>
              <a:spcBef>
                <a:spcPts val="0"/>
              </a:spcBef>
              <a:spcAft>
                <a:spcPts val="0"/>
              </a:spcAft>
              <a:buNone/>
            </a:pPr>
            <a:endParaRPr sz="1800" b="1" i="0" u="none">
              <a:solidFill>
                <a:srgbClr val="417B85"/>
              </a:solidFill>
              <a:latin typeface="Times New Roman" panose="02020503050405090304"/>
              <a:ea typeface="Times New Roman" panose="02020503050405090304"/>
              <a:cs typeface="Times New Roman" panose="02020503050405090304"/>
              <a:sym typeface="Times New Roman" panose="02020503050405090304"/>
            </a:endParaRPr>
          </a:p>
        </p:txBody>
      </p:sp>
      <p:pic>
        <p:nvPicPr>
          <p:cNvPr id="252" name="Google Shape;252;p29"/>
          <p:cNvPicPr preferRelativeResize="0"/>
          <p:nvPr/>
        </p:nvPicPr>
        <p:blipFill rotWithShape="1">
          <a:blip r:embed="rId3"/>
          <a:srcRect/>
          <a:stretch>
            <a:fillRect/>
          </a:stretch>
        </p:blipFill>
        <p:spPr>
          <a:xfrm>
            <a:off x="10920412" y="158750"/>
            <a:ext cx="981075" cy="838200"/>
          </a:xfrm>
          <a:prstGeom prst="rect">
            <a:avLst/>
          </a:prstGeom>
          <a:noFill/>
          <a:ln>
            <a:noFill/>
          </a:ln>
        </p:spPr>
      </p:pic>
      <p:sp>
        <p:nvSpPr>
          <p:cNvPr id="253" name="Google Shape;253;p29"/>
          <p:cNvSpPr txBox="1"/>
          <p:nvPr/>
        </p:nvSpPr>
        <p:spPr>
          <a:xfrm>
            <a:off x="966787" y="6400800"/>
            <a:ext cx="5283300" cy="4572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Palatino Linotype"/>
              <a:ea typeface="Palatino Linotype"/>
              <a:cs typeface="Palatino Linotype"/>
              <a:sym typeface="Palatino Linotype"/>
            </a:endParaRPr>
          </a:p>
        </p:txBody>
      </p:sp>
    </p:spTree>
  </p:cSld>
  <p:clrMapOvr>
    <a:masterClrMapping/>
  </p:clrMapOvr>
  <p:transition spd="med">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58"/>
        <p:cNvGrpSpPr/>
        <p:nvPr/>
      </p:nvGrpSpPr>
      <p:grpSpPr>
        <a:xfrm>
          <a:off x="0" y="0"/>
          <a:ext cx="0" cy="0"/>
          <a:chOff x="0" y="0"/>
          <a:chExt cx="0" cy="0"/>
        </a:xfrm>
      </p:grpSpPr>
      <p:sp>
        <p:nvSpPr>
          <p:cNvPr id="260" name="Google Shape;260;p30"/>
          <p:cNvSpPr txBox="1">
            <a:spLocks noGrp="1"/>
          </p:cNvSpPr>
          <p:nvPr>
            <p:ph type="title"/>
          </p:nvPr>
        </p:nvSpPr>
        <p:spPr>
          <a:xfrm>
            <a:off x="1219200" y="384175"/>
            <a:ext cx="10363200" cy="1033500"/>
          </a:xfrm>
          <a:prstGeom prst="rect">
            <a:avLst/>
          </a:prstGeom>
          <a:noFill/>
          <a:ln>
            <a:noFill/>
          </a:ln>
        </p:spPr>
        <p:txBody>
          <a:bodyPr spcFirstLastPara="1" wrap="square" lIns="91425" tIns="45700" rIns="91425" bIns="91425" anchor="b" anchorCtr="0">
            <a:normAutofit fontScale="90000"/>
          </a:bodyPr>
          <a:lstStyle/>
          <a:p>
            <a:pPr marL="0" lvl="0" indent="0" algn="ctr" rtl="0">
              <a:lnSpc>
                <a:spcPct val="100000"/>
              </a:lnSpc>
              <a:spcBef>
                <a:spcPts val="0"/>
              </a:spcBef>
              <a:spcAft>
                <a:spcPts val="0"/>
              </a:spcAft>
              <a:buClr>
                <a:srgbClr val="0E58C4"/>
              </a:buClr>
              <a:buSzPts val="3600"/>
              <a:buFont typeface="Times New Roman" panose="02020503050405090304"/>
              <a:buNone/>
            </a:pPr>
            <a: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t>
            </a:r>
            <a:b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t>
            </a:r>
            <a:b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32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Explanation of Proposed Work</a:t>
            </a:r>
          </a:p>
        </p:txBody>
      </p:sp>
      <p:sp>
        <p:nvSpPr>
          <p:cNvPr id="261" name="Google Shape;261;p30"/>
          <p:cNvSpPr txBox="1"/>
          <p:nvPr/>
        </p:nvSpPr>
        <p:spPr>
          <a:xfrm>
            <a:off x="1371600" y="1600200"/>
            <a:ext cx="10363200" cy="4572000"/>
          </a:xfrm>
          <a:prstGeom prst="rect">
            <a:avLst/>
          </a:prstGeom>
          <a:noFill/>
          <a:ln>
            <a:noFill/>
          </a:ln>
        </p:spPr>
        <p:txBody>
          <a:bodyPr spcFirstLastPara="1" wrap="square" lIns="91425" tIns="45700" rIns="91425" bIns="45700" anchor="t" anchorCtr="0">
            <a:normAutofit/>
          </a:bodyPr>
          <a:lstStyle/>
          <a:p>
            <a:pPr marL="273050" marR="0" lvl="0" indent="-175895" algn="l" rtl="0">
              <a:lnSpc>
                <a:spcPct val="100000"/>
              </a:lnSpc>
              <a:spcBef>
                <a:spcPts val="0"/>
              </a:spcBef>
              <a:spcAft>
                <a:spcPts val="0"/>
              </a:spcAft>
              <a:buClr>
                <a:schemeClr val="accent1"/>
              </a:buClr>
              <a:buSzPts val="1530"/>
              <a:buFont typeface="Noto Sans Symbols"/>
              <a:buNone/>
            </a:pPr>
            <a:endParaRPr sz="1800" b="0" i="0" u="none">
              <a:solidFill>
                <a:srgbClr val="000000"/>
              </a:solidFill>
              <a:latin typeface="Times New Roman" panose="02020503050405090304"/>
              <a:ea typeface="Times New Roman" panose="02020503050405090304"/>
              <a:cs typeface="Times New Roman" panose="02020503050405090304"/>
              <a:sym typeface="Times New Roman" panose="02020503050405090304"/>
            </a:endParaRPr>
          </a:p>
          <a:p>
            <a:r>
              <a:rPr lang="en-US" sz="1800" b="1" dirty="0" smtClean="0">
                <a:latin typeface="Times New Roman" pitchFamily="18" charset="0"/>
                <a:cs typeface="Times New Roman" pitchFamily="18" charset="0"/>
              </a:rPr>
              <a:t>Motor/Servo Mechanism:</a:t>
            </a:r>
            <a:endParaRPr lang="en-US" sz="1800" dirty="0" smtClean="0">
              <a:latin typeface="Times New Roman" pitchFamily="18" charset="0"/>
              <a:cs typeface="Times New Roman" pitchFamily="18" charset="0"/>
            </a:endParaRPr>
          </a:p>
          <a:p>
            <a:pPr lvl="1"/>
            <a:r>
              <a:rPr lang="en-US" sz="1800" dirty="0" smtClean="0">
                <a:latin typeface="Times New Roman" pitchFamily="18" charset="0"/>
                <a:cs typeface="Times New Roman" pitchFamily="18" charset="0"/>
              </a:rPr>
              <a:t>The microcontroller triggers </a:t>
            </a:r>
            <a:r>
              <a:rPr lang="en-US" sz="1800" b="1" dirty="0" smtClean="0">
                <a:latin typeface="Times New Roman" pitchFamily="18" charset="0"/>
                <a:cs typeface="Times New Roman" pitchFamily="18" charset="0"/>
              </a:rPr>
              <a:t>servo motors or a motorized flap</a:t>
            </a:r>
            <a:r>
              <a:rPr lang="en-US" sz="1800" dirty="0" smtClean="0">
                <a:latin typeface="Times New Roman" pitchFamily="18" charset="0"/>
                <a:cs typeface="Times New Roman" pitchFamily="18" charset="0"/>
              </a:rPr>
              <a:t> to guide the waste.</a:t>
            </a:r>
          </a:p>
          <a:p>
            <a:pPr lvl="1"/>
            <a:r>
              <a:rPr lang="en-US" sz="1800" dirty="0" smtClean="0">
                <a:latin typeface="Times New Roman" pitchFamily="18" charset="0"/>
                <a:cs typeface="Times New Roman" pitchFamily="18" charset="0"/>
              </a:rPr>
              <a:t>Dry waste is directed into the </a:t>
            </a:r>
            <a:r>
              <a:rPr lang="en-US" sz="1800" b="1" dirty="0" smtClean="0">
                <a:latin typeface="Times New Roman" pitchFamily="18" charset="0"/>
                <a:cs typeface="Times New Roman" pitchFamily="18" charset="0"/>
              </a:rPr>
              <a:t>dry waste bin</a:t>
            </a:r>
            <a:r>
              <a:rPr lang="en-US" sz="1800" dirty="0" smtClean="0">
                <a:latin typeface="Times New Roman" pitchFamily="18" charset="0"/>
                <a:cs typeface="Times New Roman" pitchFamily="18" charset="0"/>
              </a:rPr>
              <a:t>, while wet waste is directed into the </a:t>
            </a:r>
            <a:r>
              <a:rPr lang="en-US" sz="1800" b="1" dirty="0" smtClean="0">
                <a:latin typeface="Times New Roman" pitchFamily="18" charset="0"/>
                <a:cs typeface="Times New Roman" pitchFamily="18" charset="0"/>
              </a:rPr>
              <a:t>wet waste bin</a:t>
            </a:r>
            <a:r>
              <a:rPr lang="en-US" sz="1800" dirty="0" smtClean="0">
                <a:latin typeface="Times New Roman" pitchFamily="18" charset="0"/>
                <a:cs typeface="Times New Roman" pitchFamily="18" charset="0"/>
              </a:rPr>
              <a:t>.</a:t>
            </a:r>
          </a:p>
          <a:p>
            <a:r>
              <a:rPr lang="en-US" sz="1800" b="1" dirty="0" smtClean="0">
                <a:latin typeface="Times New Roman" pitchFamily="18" charset="0"/>
                <a:cs typeface="Times New Roman" pitchFamily="18" charset="0"/>
              </a:rPr>
              <a:t>Storage Compartments:</a:t>
            </a:r>
            <a:endParaRPr lang="en-US" sz="1800" dirty="0" smtClean="0">
              <a:latin typeface="Times New Roman" pitchFamily="18" charset="0"/>
              <a:cs typeface="Times New Roman" pitchFamily="18" charset="0"/>
            </a:endParaRPr>
          </a:p>
          <a:p>
            <a:pPr lvl="1"/>
            <a:r>
              <a:rPr lang="en-US" sz="1800" dirty="0" smtClean="0">
                <a:latin typeface="Times New Roman" pitchFamily="18" charset="0"/>
                <a:cs typeface="Times New Roman" pitchFamily="18" charset="0"/>
              </a:rPr>
              <a:t>Separate bins are provided for </a:t>
            </a:r>
            <a:r>
              <a:rPr lang="en-US" sz="1800" b="1" dirty="0" smtClean="0">
                <a:latin typeface="Times New Roman" pitchFamily="18" charset="0"/>
                <a:cs typeface="Times New Roman" pitchFamily="18" charset="0"/>
              </a:rPr>
              <a:t>dry (recyclables)</a:t>
            </a:r>
            <a:r>
              <a:rPr lang="en-US" sz="1800" dirty="0" smtClean="0">
                <a:latin typeface="Times New Roman" pitchFamily="18" charset="0"/>
                <a:cs typeface="Times New Roman" pitchFamily="18" charset="0"/>
              </a:rPr>
              <a:t> and </a:t>
            </a:r>
            <a:r>
              <a:rPr lang="en-US" sz="1800" b="1" dirty="0" smtClean="0">
                <a:latin typeface="Times New Roman" pitchFamily="18" charset="0"/>
                <a:cs typeface="Times New Roman" pitchFamily="18" charset="0"/>
              </a:rPr>
              <a:t>wet (organic) waste</a:t>
            </a:r>
            <a:r>
              <a:rPr lang="en-US" sz="1800" dirty="0" smtClean="0">
                <a:latin typeface="Times New Roman" pitchFamily="18" charset="0"/>
                <a:cs typeface="Times New Roman" pitchFamily="18" charset="0"/>
              </a:rPr>
              <a:t>, ensuring proper segregation.</a:t>
            </a:r>
          </a:p>
          <a:p>
            <a:pPr lvl="1"/>
            <a:r>
              <a:rPr lang="en-US" sz="1800" dirty="0" smtClean="0">
                <a:latin typeface="Times New Roman" pitchFamily="18" charset="0"/>
                <a:cs typeface="Times New Roman" pitchFamily="18" charset="0"/>
              </a:rPr>
              <a:t>This eliminates the need for manual sorting and reduces contamination.</a:t>
            </a:r>
          </a:p>
          <a:p>
            <a:r>
              <a:rPr lang="en-US" sz="1800" b="1" dirty="0" smtClean="0">
                <a:latin typeface="Times New Roman" pitchFamily="18" charset="0"/>
                <a:cs typeface="Times New Roman" pitchFamily="18" charset="0"/>
              </a:rPr>
              <a:t>Optional Features:</a:t>
            </a:r>
            <a:endParaRPr lang="en-US" sz="1800" dirty="0" smtClean="0">
              <a:latin typeface="Times New Roman" pitchFamily="18" charset="0"/>
              <a:cs typeface="Times New Roman" pitchFamily="18" charset="0"/>
            </a:endParaRPr>
          </a:p>
          <a:p>
            <a:pPr lvl="1"/>
            <a:r>
              <a:rPr lang="en-US" sz="1800" dirty="0" smtClean="0">
                <a:latin typeface="Times New Roman" pitchFamily="18" charset="0"/>
                <a:cs typeface="Times New Roman" pitchFamily="18" charset="0"/>
              </a:rPr>
              <a:t>Some systems may include </a:t>
            </a:r>
            <a:r>
              <a:rPr lang="en-US" sz="1800" b="1" dirty="0" smtClean="0">
                <a:latin typeface="Times New Roman" pitchFamily="18" charset="0"/>
                <a:cs typeface="Times New Roman" pitchFamily="18" charset="0"/>
              </a:rPr>
              <a:t>lid automation, full-bin alerts, or level detection</a:t>
            </a:r>
            <a:r>
              <a:rPr lang="en-US" sz="1800" dirty="0" smtClean="0">
                <a:latin typeface="Times New Roman" pitchFamily="18" charset="0"/>
                <a:cs typeface="Times New Roman" pitchFamily="18" charset="0"/>
              </a:rPr>
              <a:t>, but in this version, </a:t>
            </a:r>
            <a:r>
              <a:rPr lang="en-US" sz="1800" dirty="0" err="1" smtClean="0">
                <a:latin typeface="Times New Roman" pitchFamily="18" charset="0"/>
                <a:cs typeface="Times New Roman" pitchFamily="18" charset="0"/>
              </a:rPr>
              <a:t>IoT</a:t>
            </a:r>
            <a:r>
              <a:rPr lang="en-US" sz="1800" dirty="0" smtClean="0">
                <a:latin typeface="Times New Roman" pitchFamily="18" charset="0"/>
                <a:cs typeface="Times New Roman" pitchFamily="18" charset="0"/>
              </a:rPr>
              <a:t> modules are excluded for simplicity.</a:t>
            </a:r>
          </a:p>
          <a:p>
            <a:pPr marL="273050" marR="0" lvl="0" indent="-273050" algn="l" rtl="0">
              <a:lnSpc>
                <a:spcPct val="100000"/>
              </a:lnSpc>
              <a:spcBef>
                <a:spcPts val="500"/>
              </a:spcBef>
              <a:spcAft>
                <a:spcPts val="0"/>
              </a:spcAft>
              <a:buClr>
                <a:schemeClr val="accent1"/>
              </a:buClr>
              <a:buSzPts val="1530"/>
            </a:pPr>
            <a:endParaRPr lang="en-US" sz="1800" b="1" i="0" u="none" dirty="0">
              <a:solidFill>
                <a:srgbClr val="417B85"/>
              </a:solidFill>
              <a:latin typeface="Times New Roman" pitchFamily="18" charset="0"/>
              <a:ea typeface="Times New Roman" panose="02020503050405090304"/>
              <a:cs typeface="Times New Roman" pitchFamily="18" charset="0"/>
              <a:sym typeface="Times New Roman" panose="02020503050405090304"/>
            </a:endParaRPr>
          </a:p>
          <a:p>
            <a:pPr marL="0" marR="0" lvl="0" indent="0" algn="l" rtl="0">
              <a:lnSpc>
                <a:spcPct val="100000"/>
              </a:lnSpc>
              <a:spcBef>
                <a:spcPts val="0"/>
              </a:spcBef>
              <a:spcAft>
                <a:spcPts val="0"/>
              </a:spcAft>
              <a:buNone/>
            </a:pPr>
            <a:endParaRPr sz="1800" b="1" i="0" u="none">
              <a:solidFill>
                <a:srgbClr val="417B85"/>
              </a:solidFill>
              <a:latin typeface="Times New Roman" panose="02020503050405090304"/>
              <a:ea typeface="Times New Roman" panose="02020503050405090304"/>
              <a:cs typeface="Times New Roman" panose="02020503050405090304"/>
              <a:sym typeface="Times New Roman" panose="02020503050405090304"/>
            </a:endParaRPr>
          </a:p>
        </p:txBody>
      </p:sp>
      <p:pic>
        <p:nvPicPr>
          <p:cNvPr id="262" name="Google Shape;262;p30"/>
          <p:cNvPicPr preferRelativeResize="0"/>
          <p:nvPr/>
        </p:nvPicPr>
        <p:blipFill rotWithShape="1">
          <a:blip r:embed="rId3"/>
          <a:srcRect/>
          <a:stretch>
            <a:fillRect/>
          </a:stretch>
        </p:blipFill>
        <p:spPr>
          <a:xfrm>
            <a:off x="10920412" y="158750"/>
            <a:ext cx="981075" cy="838200"/>
          </a:xfrm>
          <a:prstGeom prst="rect">
            <a:avLst/>
          </a:prstGeom>
          <a:noFill/>
          <a:ln>
            <a:noFill/>
          </a:ln>
        </p:spPr>
      </p:pic>
      <p:sp>
        <p:nvSpPr>
          <p:cNvPr id="263" name="Google Shape;263;p30"/>
          <p:cNvSpPr txBox="1"/>
          <p:nvPr/>
        </p:nvSpPr>
        <p:spPr>
          <a:xfrm>
            <a:off x="966787" y="6400800"/>
            <a:ext cx="5283300" cy="4572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Palatino Linotype"/>
              <a:ea typeface="Palatino Linotype"/>
              <a:cs typeface="Palatino Linotype"/>
              <a:sym typeface="Palatino Linotype"/>
            </a:endParaRPr>
          </a:p>
        </p:txBody>
      </p:sp>
    </p:spTree>
  </p:cSld>
  <p:clrMapOvr>
    <a:masterClrMapping/>
  </p:clrMapOvr>
  <p:transition spd="med">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68"/>
        <p:cNvGrpSpPr/>
        <p:nvPr/>
      </p:nvGrpSpPr>
      <p:grpSpPr>
        <a:xfrm>
          <a:off x="0" y="0"/>
          <a:ext cx="0" cy="0"/>
          <a:chOff x="0" y="0"/>
          <a:chExt cx="0" cy="0"/>
        </a:xfrm>
      </p:grpSpPr>
      <p:sp>
        <p:nvSpPr>
          <p:cNvPr id="270" name="Google Shape;270;p31"/>
          <p:cNvSpPr txBox="1">
            <a:spLocks noGrp="1"/>
          </p:cNvSpPr>
          <p:nvPr>
            <p:ph type="title"/>
          </p:nvPr>
        </p:nvSpPr>
        <p:spPr>
          <a:xfrm>
            <a:off x="1219200" y="384175"/>
            <a:ext cx="10363200" cy="1033500"/>
          </a:xfrm>
          <a:prstGeom prst="rect">
            <a:avLst/>
          </a:prstGeom>
          <a:noFill/>
          <a:ln>
            <a:noFill/>
          </a:ln>
        </p:spPr>
        <p:txBody>
          <a:bodyPr spcFirstLastPara="1" wrap="square" lIns="91425" tIns="45700" rIns="91425" bIns="91425" anchor="b" anchorCtr="0">
            <a:normAutofit fontScale="90000"/>
          </a:bodyPr>
          <a:lstStyle/>
          <a:p>
            <a:pPr marL="0" lvl="0" indent="0" algn="ctr" rtl="0">
              <a:lnSpc>
                <a:spcPct val="100000"/>
              </a:lnSpc>
              <a:spcBef>
                <a:spcPts val="0"/>
              </a:spcBef>
              <a:spcAft>
                <a:spcPts val="0"/>
              </a:spcAft>
              <a:buClr>
                <a:srgbClr val="0E58C4"/>
              </a:buClr>
              <a:buSzPts val="3600"/>
              <a:buFont typeface="Times New Roman" panose="02020503050405090304"/>
              <a:buNone/>
            </a:pPr>
            <a: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36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t>
            </a:r>
            <a:b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t>
            </a:r>
            <a:b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2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r>
              <a:rPr lang="en-US" sz="32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Hardware &amp; Software Involved</a:t>
            </a:r>
            <a:r>
              <a:rPr lang="en-US" sz="4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
            </a:r>
            <a:br>
              <a:rPr lang="en-US" sz="4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br>
            <a:endParaRPr lang="en-US" sz="44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endParaRPr>
          </a:p>
        </p:txBody>
      </p:sp>
      <p:sp>
        <p:nvSpPr>
          <p:cNvPr id="271" name="Google Shape;271;p31"/>
          <p:cNvSpPr txBox="1"/>
          <p:nvPr/>
        </p:nvSpPr>
        <p:spPr>
          <a:xfrm>
            <a:off x="1371600" y="1600200"/>
            <a:ext cx="10363200" cy="4572000"/>
          </a:xfrm>
          <a:prstGeom prst="rect">
            <a:avLst/>
          </a:prstGeom>
          <a:noFill/>
          <a:ln>
            <a:noFill/>
          </a:ln>
        </p:spPr>
        <p:txBody>
          <a:bodyPr spcFirstLastPara="1" wrap="square" lIns="91425" tIns="45700" rIns="91425" bIns="45700" anchor="t" anchorCtr="0">
            <a:normAutofit/>
          </a:bodyPr>
          <a:lstStyle/>
          <a:p>
            <a:r>
              <a:rPr lang="en-US" sz="1800" b="1" dirty="0" smtClean="0">
                <a:latin typeface="Times New Roman" pitchFamily="18" charset="0"/>
                <a:cs typeface="Times New Roman" pitchFamily="18" charset="0"/>
              </a:rPr>
              <a:t>Hardware Components</a:t>
            </a:r>
          </a:p>
          <a:p>
            <a:r>
              <a:rPr lang="en-US" sz="1800" b="1" dirty="0" smtClean="0">
                <a:latin typeface="Times New Roman" pitchFamily="18" charset="0"/>
                <a:cs typeface="Times New Roman" pitchFamily="18" charset="0"/>
              </a:rPr>
              <a:t>Microcontroller (</a:t>
            </a:r>
            <a:r>
              <a:rPr lang="en-US" sz="1800" b="1" dirty="0" err="1" smtClean="0">
                <a:latin typeface="Times New Roman" pitchFamily="18" charset="0"/>
                <a:cs typeface="Times New Roman" pitchFamily="18" charset="0"/>
              </a:rPr>
              <a:t>Arduino</a:t>
            </a:r>
            <a:r>
              <a:rPr lang="en-US" sz="1800" b="1" dirty="0" smtClean="0">
                <a:latin typeface="Times New Roman" pitchFamily="18" charset="0"/>
                <a:cs typeface="Times New Roman" pitchFamily="18" charset="0"/>
              </a:rPr>
              <a:t>/ESP):</a:t>
            </a:r>
            <a:r>
              <a:rPr lang="en-US" sz="1800" dirty="0" smtClean="0">
                <a:latin typeface="Times New Roman" pitchFamily="18" charset="0"/>
                <a:cs typeface="Times New Roman" pitchFamily="18" charset="0"/>
              </a:rPr>
              <a:t> Brain of the system, processes sensor inputs.</a:t>
            </a:r>
          </a:p>
          <a:p>
            <a:r>
              <a:rPr lang="en-US" sz="1800" b="1" dirty="0" smtClean="0">
                <a:latin typeface="Times New Roman" pitchFamily="18" charset="0"/>
                <a:cs typeface="Times New Roman" pitchFamily="18" charset="0"/>
              </a:rPr>
              <a:t>Sensors:</a:t>
            </a:r>
            <a:endParaRPr lang="en-US" sz="1800" dirty="0" smtClean="0">
              <a:latin typeface="Times New Roman" pitchFamily="18" charset="0"/>
              <a:cs typeface="Times New Roman" pitchFamily="18" charset="0"/>
            </a:endParaRPr>
          </a:p>
          <a:p>
            <a:pPr lvl="1"/>
            <a:r>
              <a:rPr lang="en-US" sz="1800" dirty="0" smtClean="0">
                <a:latin typeface="Times New Roman" pitchFamily="18" charset="0"/>
                <a:cs typeface="Times New Roman" pitchFamily="18" charset="0"/>
              </a:rPr>
              <a:t>Moisture sensor → detects wet/organic waste</a:t>
            </a:r>
          </a:p>
          <a:p>
            <a:pPr lvl="1"/>
            <a:r>
              <a:rPr lang="en-US" sz="1800" dirty="0" smtClean="0">
                <a:latin typeface="Times New Roman" pitchFamily="18" charset="0"/>
                <a:cs typeface="Times New Roman" pitchFamily="18" charset="0"/>
              </a:rPr>
              <a:t>IR/Infrared sensor → detects presence of waste</a:t>
            </a:r>
          </a:p>
          <a:p>
            <a:pPr lvl="1"/>
            <a:r>
              <a:rPr lang="en-US" sz="1800" dirty="0" smtClean="0">
                <a:latin typeface="Times New Roman" pitchFamily="18" charset="0"/>
                <a:cs typeface="Times New Roman" pitchFamily="18" charset="0"/>
              </a:rPr>
              <a:t>Ultrasonic sensor → measures bin level (optional)</a:t>
            </a:r>
          </a:p>
          <a:p>
            <a:r>
              <a:rPr lang="en-US" sz="1800" b="1" dirty="0" smtClean="0">
                <a:latin typeface="Times New Roman" pitchFamily="18" charset="0"/>
                <a:cs typeface="Times New Roman" pitchFamily="18" charset="0"/>
              </a:rPr>
              <a:t>Motors / Servo Motors:</a:t>
            </a:r>
            <a:r>
              <a:rPr lang="en-US" sz="1800" dirty="0" smtClean="0">
                <a:latin typeface="Times New Roman" pitchFamily="18" charset="0"/>
                <a:cs typeface="Times New Roman" pitchFamily="18" charset="0"/>
              </a:rPr>
              <a:t> Operates flaps or lids to direct waste.</a:t>
            </a:r>
          </a:p>
          <a:p>
            <a:r>
              <a:rPr lang="en-US" sz="1800" b="1" dirty="0" smtClean="0">
                <a:latin typeface="Times New Roman" pitchFamily="18" charset="0"/>
                <a:cs typeface="Times New Roman" pitchFamily="18" charset="0"/>
              </a:rPr>
              <a:t>Bins / Compartments:</a:t>
            </a:r>
            <a:r>
              <a:rPr lang="en-US" sz="1800" dirty="0" smtClean="0">
                <a:latin typeface="Times New Roman" pitchFamily="18" charset="0"/>
                <a:cs typeface="Times New Roman" pitchFamily="18" charset="0"/>
              </a:rPr>
              <a:t> Separate storage for dry and wet waste.</a:t>
            </a:r>
          </a:p>
          <a:p>
            <a:r>
              <a:rPr lang="en-US" sz="1800" b="1" dirty="0" smtClean="0">
                <a:latin typeface="Times New Roman" pitchFamily="18" charset="0"/>
                <a:cs typeface="Times New Roman" pitchFamily="18" charset="0"/>
              </a:rPr>
              <a:t>Power Supply:</a:t>
            </a:r>
            <a:r>
              <a:rPr lang="en-US" sz="1800" dirty="0" smtClean="0">
                <a:latin typeface="Times New Roman" pitchFamily="18" charset="0"/>
                <a:cs typeface="Times New Roman" pitchFamily="18" charset="0"/>
              </a:rPr>
              <a:t> DC adapter or battery to power the system.</a:t>
            </a:r>
          </a:p>
          <a:p>
            <a:r>
              <a:rPr lang="en-US" sz="1800" b="1" dirty="0" smtClean="0">
                <a:latin typeface="Times New Roman" pitchFamily="18" charset="0"/>
                <a:cs typeface="Times New Roman" pitchFamily="18" charset="0"/>
              </a:rPr>
              <a:t>Optional Hardware:</a:t>
            </a:r>
            <a:r>
              <a:rPr lang="en-US" sz="1800" dirty="0" smtClean="0">
                <a:latin typeface="Times New Roman" pitchFamily="18" charset="0"/>
                <a:cs typeface="Times New Roman" pitchFamily="18" charset="0"/>
              </a:rPr>
              <a:t> Lid automation, display, buzzer for notifications.</a:t>
            </a:r>
          </a:p>
          <a:p>
            <a:r>
              <a:rPr lang="en-US" sz="1800" b="1" dirty="0" smtClean="0">
                <a:latin typeface="Times New Roman" pitchFamily="18" charset="0"/>
                <a:cs typeface="Times New Roman" pitchFamily="18" charset="0"/>
              </a:rPr>
              <a:t>Software Components</a:t>
            </a:r>
          </a:p>
          <a:p>
            <a:r>
              <a:rPr lang="en-US" sz="1800" b="1" dirty="0" err="1" smtClean="0">
                <a:latin typeface="Times New Roman" pitchFamily="18" charset="0"/>
                <a:cs typeface="Times New Roman" pitchFamily="18" charset="0"/>
              </a:rPr>
              <a:t>Arduino</a:t>
            </a:r>
            <a:r>
              <a:rPr lang="en-US" sz="1800" b="1" dirty="0" smtClean="0">
                <a:latin typeface="Times New Roman" pitchFamily="18" charset="0"/>
                <a:cs typeface="Times New Roman" pitchFamily="18" charset="0"/>
              </a:rPr>
              <a:t> IDE:</a:t>
            </a:r>
            <a:r>
              <a:rPr lang="en-US" sz="1800" dirty="0" smtClean="0">
                <a:latin typeface="Times New Roman" pitchFamily="18" charset="0"/>
                <a:cs typeface="Times New Roman" pitchFamily="18" charset="0"/>
              </a:rPr>
              <a:t> Write and upload code to the microcontroller.</a:t>
            </a:r>
          </a:p>
          <a:p>
            <a:r>
              <a:rPr lang="en-US" sz="1800" b="1" dirty="0" smtClean="0">
                <a:latin typeface="Times New Roman" pitchFamily="18" charset="0"/>
                <a:cs typeface="Times New Roman" pitchFamily="18" charset="0"/>
              </a:rPr>
              <a:t>Programming Language:</a:t>
            </a:r>
            <a:r>
              <a:rPr lang="en-US" sz="1800" dirty="0" smtClean="0">
                <a:latin typeface="Times New Roman" pitchFamily="18" charset="0"/>
                <a:cs typeface="Times New Roman" pitchFamily="18" charset="0"/>
              </a:rPr>
              <a:t> C/C++ for controlling sensors and motors.</a:t>
            </a:r>
          </a:p>
          <a:p>
            <a:r>
              <a:rPr lang="en-US" sz="1800" b="1" dirty="0" smtClean="0">
                <a:latin typeface="Times New Roman" pitchFamily="18" charset="0"/>
                <a:cs typeface="Times New Roman" pitchFamily="18" charset="0"/>
              </a:rPr>
              <a:t>Optional </a:t>
            </a:r>
            <a:r>
              <a:rPr lang="en-US" sz="1800" b="1" dirty="0" err="1" smtClean="0">
                <a:latin typeface="Times New Roman" pitchFamily="18" charset="0"/>
                <a:cs typeface="Times New Roman" pitchFamily="18" charset="0"/>
              </a:rPr>
              <a:t>IoT</a:t>
            </a:r>
            <a:r>
              <a:rPr lang="en-US" sz="1800" b="1" dirty="0" smtClean="0">
                <a:latin typeface="Times New Roman" pitchFamily="18" charset="0"/>
                <a:cs typeface="Times New Roman" pitchFamily="18" charset="0"/>
              </a:rPr>
              <a:t> Software:</a:t>
            </a:r>
            <a:r>
              <a:rPr lang="en-US" sz="1800" dirty="0" smtClean="0">
                <a:latin typeface="Times New Roman" pitchFamily="18" charset="0"/>
                <a:cs typeface="Times New Roman" pitchFamily="18" charset="0"/>
              </a:rPr>
              <a:t> Mobile/cloud monitoring (if </a:t>
            </a:r>
            <a:r>
              <a:rPr lang="en-US" sz="1800" dirty="0" err="1" smtClean="0">
                <a:latin typeface="Times New Roman" pitchFamily="18" charset="0"/>
                <a:cs typeface="Times New Roman" pitchFamily="18" charset="0"/>
              </a:rPr>
              <a:t>IoT</a:t>
            </a:r>
            <a:r>
              <a:rPr lang="en-US" sz="1800" dirty="0" smtClean="0">
                <a:latin typeface="Times New Roman" pitchFamily="18" charset="0"/>
                <a:cs typeface="Times New Roman" pitchFamily="18" charset="0"/>
              </a:rPr>
              <a:t> is included).</a:t>
            </a:r>
          </a:p>
          <a:p>
            <a:pPr marL="273050" marR="0" lvl="0" indent="-273050" algn="l" rtl="0">
              <a:lnSpc>
                <a:spcPct val="100000"/>
              </a:lnSpc>
              <a:spcBef>
                <a:spcPts val="500"/>
              </a:spcBef>
              <a:spcAft>
                <a:spcPts val="0"/>
              </a:spcAft>
              <a:buClr>
                <a:schemeClr val="accent1"/>
              </a:buClr>
              <a:buSzPts val="1530"/>
            </a:pPr>
            <a:endParaRPr lang="en-US" sz="1800" b="1" i="0" u="none" dirty="0">
              <a:solidFill>
                <a:srgbClr val="C00000"/>
              </a:solidFill>
              <a:latin typeface="Times New Roman" panose="02020503050405090304"/>
              <a:ea typeface="Times New Roman" panose="02020503050405090304"/>
              <a:cs typeface="Times New Roman" panose="02020503050405090304"/>
              <a:sym typeface="Times New Roman" panose="02020503050405090304"/>
            </a:endParaRPr>
          </a:p>
          <a:p>
            <a:pPr marL="0" marR="0" lvl="0" indent="0" algn="l" rtl="0">
              <a:lnSpc>
                <a:spcPct val="100000"/>
              </a:lnSpc>
              <a:spcBef>
                <a:spcPts val="0"/>
              </a:spcBef>
              <a:spcAft>
                <a:spcPts val="0"/>
              </a:spcAft>
              <a:buNone/>
            </a:pPr>
            <a:endParaRPr sz="1800" b="1" i="0" u="none">
              <a:solidFill>
                <a:srgbClr val="C00000"/>
              </a:solidFill>
              <a:latin typeface="Times New Roman" panose="02020503050405090304"/>
              <a:ea typeface="Times New Roman" panose="02020503050405090304"/>
              <a:cs typeface="Times New Roman" panose="02020503050405090304"/>
              <a:sym typeface="Times New Roman" panose="02020503050405090304"/>
            </a:endParaRPr>
          </a:p>
        </p:txBody>
      </p:sp>
      <p:pic>
        <p:nvPicPr>
          <p:cNvPr id="272" name="Google Shape;272;p31"/>
          <p:cNvPicPr preferRelativeResize="0"/>
          <p:nvPr/>
        </p:nvPicPr>
        <p:blipFill rotWithShape="1">
          <a:blip r:embed="rId3"/>
          <a:srcRect/>
          <a:stretch>
            <a:fillRect/>
          </a:stretch>
        </p:blipFill>
        <p:spPr>
          <a:xfrm>
            <a:off x="10920412" y="158750"/>
            <a:ext cx="981075" cy="838200"/>
          </a:xfrm>
          <a:prstGeom prst="rect">
            <a:avLst/>
          </a:prstGeom>
          <a:noFill/>
          <a:ln>
            <a:noFill/>
          </a:ln>
        </p:spPr>
      </p:pic>
      <p:sp>
        <p:nvSpPr>
          <p:cNvPr id="273" name="Google Shape;273;p31"/>
          <p:cNvSpPr txBox="1"/>
          <p:nvPr/>
        </p:nvSpPr>
        <p:spPr>
          <a:xfrm>
            <a:off x="966787" y="6400800"/>
            <a:ext cx="5283300" cy="4572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Palatino Linotype"/>
              <a:ea typeface="Palatino Linotype"/>
              <a:cs typeface="Palatino Linotype"/>
              <a:sym typeface="Palatino Linotype"/>
            </a:endParaRPr>
          </a:p>
        </p:txBody>
      </p:sp>
    </p:spTree>
  </p:cSld>
  <p:clrMapOvr>
    <a:masterClrMapping/>
  </p:clrMapOvr>
  <p:transition spd="med">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8"/>
        <p:cNvGrpSpPr/>
        <p:nvPr/>
      </p:nvGrpSpPr>
      <p:grpSpPr>
        <a:xfrm>
          <a:off x="0" y="0"/>
          <a:ext cx="0" cy="0"/>
          <a:chOff x="0" y="0"/>
          <a:chExt cx="0" cy="0"/>
        </a:xfrm>
      </p:grpSpPr>
      <p:sp>
        <p:nvSpPr>
          <p:cNvPr id="280" name="Google Shape;280;p32"/>
          <p:cNvSpPr txBox="1">
            <a:spLocks noGrp="1"/>
          </p:cNvSpPr>
          <p:nvPr>
            <p:ph type="title"/>
          </p:nvPr>
        </p:nvSpPr>
        <p:spPr>
          <a:xfrm>
            <a:off x="1219200" y="274637"/>
            <a:ext cx="10363200" cy="1143000"/>
          </a:xfrm>
          <a:prstGeom prst="rect">
            <a:avLst/>
          </a:prstGeom>
          <a:noFill/>
          <a:ln>
            <a:noFill/>
          </a:ln>
        </p:spPr>
        <p:txBody>
          <a:bodyPr spcFirstLastPara="1" wrap="square" lIns="91425" tIns="45700" rIns="91425" bIns="91425" anchor="b" anchorCtr="0">
            <a:normAutofit/>
          </a:bodyPr>
          <a:lstStyle/>
          <a:p>
            <a:pPr marL="0" lvl="0" indent="0" algn="ctr" rtl="0">
              <a:lnSpc>
                <a:spcPct val="100000"/>
              </a:lnSpc>
              <a:spcBef>
                <a:spcPts val="0"/>
              </a:spcBef>
              <a:spcAft>
                <a:spcPts val="0"/>
              </a:spcAft>
              <a:buClr>
                <a:srgbClr val="0E58C4"/>
              </a:buClr>
              <a:buSzPts val="4000"/>
              <a:buFont typeface="Times New Roman" panose="02020503050405090304"/>
              <a:buNone/>
            </a:pPr>
            <a:r>
              <a:rPr lang="en-US" sz="40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Application &amp; Advantages</a:t>
            </a:r>
          </a:p>
        </p:txBody>
      </p:sp>
      <p:sp>
        <p:nvSpPr>
          <p:cNvPr id="281" name="Google Shape;281;p32"/>
          <p:cNvSpPr txBox="1"/>
          <p:nvPr/>
        </p:nvSpPr>
        <p:spPr>
          <a:xfrm>
            <a:off x="1371600" y="1600200"/>
            <a:ext cx="10363200" cy="4572000"/>
          </a:xfrm>
          <a:prstGeom prst="rect">
            <a:avLst/>
          </a:prstGeom>
          <a:noFill/>
          <a:ln>
            <a:noFill/>
          </a:ln>
        </p:spPr>
        <p:txBody>
          <a:bodyPr spcFirstLastPara="1" wrap="square" lIns="91425" tIns="45700" rIns="91425" bIns="45700" anchor="t" anchorCtr="0">
            <a:normAutofit/>
          </a:bodyPr>
          <a:lstStyle/>
          <a:p>
            <a:pPr marL="273050" marR="0" lvl="0" indent="-175895" algn="l" rtl="0">
              <a:lnSpc>
                <a:spcPct val="100000"/>
              </a:lnSpc>
              <a:spcBef>
                <a:spcPts val="0"/>
              </a:spcBef>
              <a:spcAft>
                <a:spcPts val="0"/>
              </a:spcAft>
              <a:buClr>
                <a:schemeClr val="accent1"/>
              </a:buClr>
              <a:buSzPts val="1530"/>
              <a:buFont typeface="Noto Sans Symbols"/>
              <a:buNone/>
            </a:pPr>
            <a:endParaRPr sz="1800" b="0" i="0" u="none">
              <a:solidFill>
                <a:srgbClr val="000000"/>
              </a:solidFill>
              <a:latin typeface="Times New Roman" panose="02020503050405090304"/>
              <a:ea typeface="Times New Roman" panose="02020503050405090304"/>
              <a:cs typeface="Times New Roman" panose="02020503050405090304"/>
              <a:sym typeface="Times New Roman" panose="02020503050405090304"/>
            </a:endParaRPr>
          </a:p>
          <a:p>
            <a:r>
              <a:rPr lang="en-US" sz="1800" b="1" dirty="0" smtClean="0">
                <a:latin typeface="Times New Roman" pitchFamily="18" charset="0"/>
                <a:cs typeface="Times New Roman" pitchFamily="18" charset="0"/>
              </a:rPr>
              <a:t>Applications:</a:t>
            </a:r>
            <a:endParaRPr lang="en-US" sz="1800" b="1" dirty="0" smtClean="0">
              <a:latin typeface="Times New Roman" pitchFamily="18" charset="0"/>
              <a:cs typeface="Times New Roman" pitchFamily="18" charset="0"/>
            </a:endParaRPr>
          </a:p>
          <a:p>
            <a:r>
              <a:rPr lang="en-US" sz="1800" b="1" dirty="0" smtClean="0">
                <a:latin typeface="Times New Roman" pitchFamily="18" charset="0"/>
                <a:cs typeface="Times New Roman" pitchFamily="18" charset="0"/>
              </a:rPr>
              <a:t>Households:</a:t>
            </a:r>
            <a:r>
              <a:rPr lang="en-US" sz="1800" dirty="0" smtClean="0">
                <a:latin typeface="Times New Roman" pitchFamily="18" charset="0"/>
                <a:cs typeface="Times New Roman" pitchFamily="18" charset="0"/>
              </a:rPr>
              <a:t> Automatic segregation of kitchen waste and recyclables.</a:t>
            </a:r>
          </a:p>
          <a:p>
            <a:r>
              <a:rPr lang="en-US" sz="1800" b="1" dirty="0" smtClean="0">
                <a:latin typeface="Times New Roman" pitchFamily="18" charset="0"/>
                <a:cs typeface="Times New Roman" pitchFamily="18" charset="0"/>
              </a:rPr>
              <a:t>Offices &amp; Workplaces:</a:t>
            </a:r>
            <a:r>
              <a:rPr lang="en-US" sz="1800" dirty="0" smtClean="0">
                <a:latin typeface="Times New Roman" pitchFamily="18" charset="0"/>
                <a:cs typeface="Times New Roman" pitchFamily="18" charset="0"/>
              </a:rPr>
              <a:t> Efficient disposal and reduced contamination.</a:t>
            </a:r>
          </a:p>
          <a:p>
            <a:r>
              <a:rPr lang="en-US" sz="1800" b="1" dirty="0" smtClean="0">
                <a:latin typeface="Times New Roman" pitchFamily="18" charset="0"/>
                <a:cs typeface="Times New Roman" pitchFamily="18" charset="0"/>
              </a:rPr>
              <a:t>Public Places:</a:t>
            </a:r>
            <a:r>
              <a:rPr lang="en-US" sz="1800" dirty="0" smtClean="0">
                <a:latin typeface="Times New Roman" pitchFamily="18" charset="0"/>
                <a:cs typeface="Times New Roman" pitchFamily="18" charset="0"/>
              </a:rPr>
              <a:t> Parks, malls, airports, and stations for cleaner surroundings.</a:t>
            </a:r>
          </a:p>
          <a:p>
            <a:r>
              <a:rPr lang="en-US" sz="1800" b="1" dirty="0" smtClean="0">
                <a:latin typeface="Times New Roman" pitchFamily="18" charset="0"/>
                <a:cs typeface="Times New Roman" pitchFamily="18" charset="0"/>
              </a:rPr>
              <a:t>Educational Institutions:</a:t>
            </a:r>
            <a:r>
              <a:rPr lang="en-US" sz="1800" dirty="0" smtClean="0">
                <a:latin typeface="Times New Roman" pitchFamily="18" charset="0"/>
                <a:cs typeface="Times New Roman" pitchFamily="18" charset="0"/>
              </a:rPr>
              <a:t> Schools and colleges to promote awareness.</a:t>
            </a:r>
          </a:p>
          <a:p>
            <a:r>
              <a:rPr lang="en-US" sz="1800" b="1" dirty="0" smtClean="0">
                <a:latin typeface="Times New Roman" pitchFamily="18" charset="0"/>
                <a:cs typeface="Times New Roman" pitchFamily="18" charset="0"/>
              </a:rPr>
              <a:t>Smart Cities:</a:t>
            </a:r>
            <a:r>
              <a:rPr lang="en-US" sz="1800" dirty="0" smtClean="0">
                <a:latin typeface="Times New Roman" pitchFamily="18" charset="0"/>
                <a:cs typeface="Times New Roman" pitchFamily="18" charset="0"/>
              </a:rPr>
              <a:t> Integrated waste management and monitoring.</a:t>
            </a:r>
          </a:p>
          <a:p>
            <a:r>
              <a:rPr lang="en-US" sz="1800" b="1" dirty="0" smtClean="0">
                <a:latin typeface="Times New Roman" pitchFamily="18" charset="0"/>
                <a:cs typeface="Times New Roman" pitchFamily="18" charset="0"/>
              </a:rPr>
              <a:t>Events &amp; Festivals:</a:t>
            </a:r>
            <a:r>
              <a:rPr lang="en-US" sz="1800" dirty="0" smtClean="0">
                <a:latin typeface="Times New Roman" pitchFamily="18" charset="0"/>
                <a:cs typeface="Times New Roman" pitchFamily="18" charset="0"/>
              </a:rPr>
              <a:t> Manages large volumes of mixed waste efficiently.</a:t>
            </a:r>
          </a:p>
          <a:p>
            <a:r>
              <a:rPr lang="en-US" sz="1800" b="1" dirty="0" smtClean="0">
                <a:latin typeface="Times New Roman" pitchFamily="18" charset="0"/>
                <a:cs typeface="Times New Roman" pitchFamily="18" charset="0"/>
              </a:rPr>
              <a:t>Advantages:</a:t>
            </a:r>
            <a:endParaRPr lang="en-US" sz="1800" b="1" dirty="0" smtClean="0">
              <a:latin typeface="Times New Roman" pitchFamily="18" charset="0"/>
              <a:cs typeface="Times New Roman" pitchFamily="18" charset="0"/>
            </a:endParaRPr>
          </a:p>
          <a:p>
            <a:r>
              <a:rPr lang="en-US" sz="1800" b="1" dirty="0" smtClean="0">
                <a:latin typeface="Times New Roman" pitchFamily="18" charset="0"/>
                <a:cs typeface="Times New Roman" pitchFamily="18" charset="0"/>
              </a:rPr>
              <a:t>Automatic Segregation:</a:t>
            </a:r>
            <a:r>
              <a:rPr lang="en-US" sz="1800" dirty="0" smtClean="0">
                <a:latin typeface="Times New Roman" pitchFamily="18" charset="0"/>
                <a:cs typeface="Times New Roman" pitchFamily="18" charset="0"/>
              </a:rPr>
              <a:t> Reduces human effort at the source.</a:t>
            </a:r>
          </a:p>
          <a:p>
            <a:r>
              <a:rPr lang="en-US" sz="1800" b="1" dirty="0" smtClean="0">
                <a:latin typeface="Times New Roman" pitchFamily="18" charset="0"/>
                <a:cs typeface="Times New Roman" pitchFamily="18" charset="0"/>
              </a:rPr>
              <a:t>Improved Hygiene:</a:t>
            </a:r>
            <a:r>
              <a:rPr lang="en-US" sz="1800" dirty="0" smtClean="0">
                <a:latin typeface="Times New Roman" pitchFamily="18" charset="0"/>
                <a:cs typeface="Times New Roman" pitchFamily="18" charset="0"/>
              </a:rPr>
              <a:t> Minimizes contact with waste, reducing health risks.</a:t>
            </a:r>
          </a:p>
          <a:p>
            <a:r>
              <a:rPr lang="en-US" sz="1800" b="1" dirty="0" smtClean="0">
                <a:latin typeface="Times New Roman" pitchFamily="18" charset="0"/>
                <a:cs typeface="Times New Roman" pitchFamily="18" charset="0"/>
              </a:rPr>
              <a:t>Supports Recycling:</a:t>
            </a:r>
            <a:r>
              <a:rPr lang="en-US" sz="1800" dirty="0" smtClean="0">
                <a:latin typeface="Times New Roman" pitchFamily="18" charset="0"/>
                <a:cs typeface="Times New Roman" pitchFamily="18" charset="0"/>
              </a:rPr>
              <a:t> Ensures clean separation for recyclables and </a:t>
            </a:r>
            <a:r>
              <a:rPr lang="en-US" sz="1800" dirty="0" err="1" smtClean="0">
                <a:latin typeface="Times New Roman" pitchFamily="18" charset="0"/>
                <a:cs typeface="Times New Roman" pitchFamily="18" charset="0"/>
              </a:rPr>
              <a:t>compostables</a:t>
            </a:r>
            <a:r>
              <a:rPr lang="en-US" sz="1800" dirty="0" smtClean="0">
                <a:latin typeface="Times New Roman" pitchFamily="18" charset="0"/>
                <a:cs typeface="Times New Roman" pitchFamily="18" charset="0"/>
              </a:rPr>
              <a:t>.</a:t>
            </a:r>
          </a:p>
          <a:p>
            <a:r>
              <a:rPr lang="en-US" sz="1800" b="1" dirty="0" smtClean="0">
                <a:latin typeface="Times New Roman" pitchFamily="18" charset="0"/>
                <a:cs typeface="Times New Roman" pitchFamily="18" charset="0"/>
              </a:rPr>
              <a:t>Time-Saving:</a:t>
            </a:r>
            <a:r>
              <a:rPr lang="en-US" sz="1800" dirty="0" smtClean="0">
                <a:latin typeface="Times New Roman" pitchFamily="18" charset="0"/>
                <a:cs typeface="Times New Roman" pitchFamily="18" charset="0"/>
              </a:rPr>
              <a:t> Less manual sorting required.</a:t>
            </a:r>
          </a:p>
          <a:p>
            <a:r>
              <a:rPr lang="en-US" sz="1800" b="1" dirty="0" smtClean="0">
                <a:latin typeface="Times New Roman" pitchFamily="18" charset="0"/>
                <a:cs typeface="Times New Roman" pitchFamily="18" charset="0"/>
              </a:rPr>
              <a:t>Odor &amp; Pollution Control:</a:t>
            </a:r>
            <a:r>
              <a:rPr lang="en-US" sz="1800" dirty="0" smtClean="0">
                <a:latin typeface="Times New Roman" pitchFamily="18" charset="0"/>
                <a:cs typeface="Times New Roman" pitchFamily="18" charset="0"/>
              </a:rPr>
              <a:t> Wet waste isolated, reducing smell and environmental impact.</a:t>
            </a:r>
          </a:p>
          <a:p>
            <a:r>
              <a:rPr lang="en-US" sz="1800" b="1" dirty="0" smtClean="0">
                <a:latin typeface="Times New Roman" pitchFamily="18" charset="0"/>
                <a:cs typeface="Times New Roman" pitchFamily="18" charset="0"/>
              </a:rPr>
              <a:t>Encourages Sustainability:</a:t>
            </a:r>
            <a:r>
              <a:rPr lang="en-US" sz="1800" dirty="0" smtClean="0">
                <a:latin typeface="Times New Roman" pitchFamily="18" charset="0"/>
                <a:cs typeface="Times New Roman" pitchFamily="18" charset="0"/>
              </a:rPr>
              <a:t> Promotes responsible waste disposal habits</a:t>
            </a:r>
          </a:p>
          <a:p>
            <a:pPr marL="273050" marR="0" lvl="0" indent="-273050" algn="l" rtl="0">
              <a:lnSpc>
                <a:spcPct val="100000"/>
              </a:lnSpc>
              <a:spcBef>
                <a:spcPts val="500"/>
              </a:spcBef>
              <a:spcAft>
                <a:spcPts val="0"/>
              </a:spcAft>
              <a:buClr>
                <a:schemeClr val="accent1"/>
              </a:buClr>
              <a:buSzPts val="1530"/>
            </a:pPr>
            <a:endParaRPr lang="en-US" sz="1800" b="1" i="0" u="none" dirty="0">
              <a:solidFill>
                <a:srgbClr val="C00000"/>
              </a:solidFill>
              <a:latin typeface="Times New Roman" panose="02020503050405090304"/>
              <a:ea typeface="Times New Roman" panose="02020503050405090304"/>
              <a:cs typeface="Times New Roman" panose="02020503050405090304"/>
              <a:sym typeface="Times New Roman" panose="02020503050405090304"/>
            </a:endParaRPr>
          </a:p>
          <a:p>
            <a:pPr marL="0" marR="0" lvl="0" indent="0" algn="l" rtl="0">
              <a:lnSpc>
                <a:spcPct val="100000"/>
              </a:lnSpc>
              <a:spcBef>
                <a:spcPts val="0"/>
              </a:spcBef>
              <a:spcAft>
                <a:spcPts val="0"/>
              </a:spcAft>
              <a:buNone/>
            </a:pPr>
            <a:endParaRPr sz="1800" b="1" i="0" u="none">
              <a:solidFill>
                <a:srgbClr val="C00000"/>
              </a:solidFill>
              <a:latin typeface="Times New Roman" panose="02020503050405090304"/>
              <a:ea typeface="Times New Roman" panose="02020503050405090304"/>
              <a:cs typeface="Times New Roman" panose="02020503050405090304"/>
              <a:sym typeface="Times New Roman" panose="02020503050405090304"/>
            </a:endParaRPr>
          </a:p>
        </p:txBody>
      </p:sp>
      <p:sp>
        <p:nvSpPr>
          <p:cNvPr id="282" name="Google Shape;282;p32"/>
          <p:cNvSpPr txBox="1"/>
          <p:nvPr/>
        </p:nvSpPr>
        <p:spPr>
          <a:xfrm>
            <a:off x="966787" y="6400800"/>
            <a:ext cx="5283300" cy="4572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Palatino Linotype"/>
              <a:ea typeface="Palatino Linotype"/>
              <a:cs typeface="Palatino Linotype"/>
              <a:sym typeface="Palatino Linotype"/>
            </a:endParaRPr>
          </a:p>
        </p:txBody>
      </p:sp>
      <p:pic>
        <p:nvPicPr>
          <p:cNvPr id="283" name="Google Shape;283;p32"/>
          <p:cNvPicPr preferRelativeResize="0"/>
          <p:nvPr/>
        </p:nvPicPr>
        <p:blipFill rotWithShape="1">
          <a:blip r:embed="rId3"/>
          <a:srcRect/>
          <a:stretch>
            <a:fillRect/>
          </a:stretch>
        </p:blipFill>
        <p:spPr>
          <a:xfrm>
            <a:off x="10920412" y="158750"/>
            <a:ext cx="981075" cy="838200"/>
          </a:xfrm>
          <a:prstGeom prst="rect">
            <a:avLst/>
          </a:prstGeom>
          <a:noFill/>
          <a:ln>
            <a:noFill/>
          </a:ln>
        </p:spPr>
      </p:pic>
    </p:spTree>
  </p:cSld>
  <p:clrMapOvr>
    <a:masterClrMapping/>
  </p:clrMapOvr>
  <p:transition spd="med">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88"/>
        <p:cNvGrpSpPr/>
        <p:nvPr/>
      </p:nvGrpSpPr>
      <p:grpSpPr>
        <a:xfrm>
          <a:off x="0" y="0"/>
          <a:ext cx="0" cy="0"/>
          <a:chOff x="0" y="0"/>
          <a:chExt cx="0" cy="0"/>
        </a:xfrm>
      </p:grpSpPr>
      <p:sp>
        <p:nvSpPr>
          <p:cNvPr id="290" name="Google Shape;290;p33"/>
          <p:cNvSpPr txBox="1">
            <a:spLocks noGrp="1"/>
          </p:cNvSpPr>
          <p:nvPr>
            <p:ph type="body" idx="1"/>
          </p:nvPr>
        </p:nvSpPr>
        <p:spPr>
          <a:xfrm>
            <a:off x="722312" y="1439862"/>
            <a:ext cx="11468100" cy="5003700"/>
          </a:xfrm>
          <a:prstGeom prst="rect">
            <a:avLst/>
          </a:prstGeom>
          <a:noFill/>
          <a:ln>
            <a:noFill/>
          </a:ln>
        </p:spPr>
        <p:txBody>
          <a:bodyPr spcFirstLastPara="1" wrap="square" lIns="91425" tIns="45700" rIns="91425" bIns="45700" anchor="t" anchorCtr="0">
            <a:normAutofit/>
          </a:bodyPr>
          <a:lstStyle/>
          <a:p>
            <a:pPr marL="0" marR="0" lvl="0" indent="0" algn="l" rtl="0">
              <a:lnSpc>
                <a:spcPct val="110000"/>
              </a:lnSpc>
              <a:spcBef>
                <a:spcPts val="0"/>
              </a:spcBef>
              <a:spcAft>
                <a:spcPts val="0"/>
              </a:spcAft>
              <a:buClr>
                <a:schemeClr val="accent1"/>
              </a:buClr>
              <a:buSzPts val="1445"/>
              <a:buFont typeface="Noto Sans Symbols"/>
              <a:buNone/>
            </a:pPr>
            <a:endParaRPr sz="1700" b="0" i="0" u="none">
              <a:solidFill>
                <a:srgbClr val="004376"/>
              </a:solidFill>
              <a:latin typeface="Palatino Linotype"/>
              <a:ea typeface="Palatino Linotype"/>
              <a:cs typeface="Palatino Linotype"/>
              <a:sym typeface="Palatino Linotype"/>
            </a:endParaRPr>
          </a:p>
          <a:p>
            <a:pPr marL="273050" marR="0" lvl="0" indent="-180975" algn="l" rtl="0">
              <a:spcBef>
                <a:spcPts val="775"/>
              </a:spcBef>
              <a:spcAft>
                <a:spcPts val="0"/>
              </a:spcAft>
              <a:buClr>
                <a:schemeClr val="accent1"/>
              </a:buClr>
              <a:buSzPts val="1445"/>
              <a:buFont typeface="Noto Sans Symbols"/>
              <a:buNone/>
            </a:pPr>
            <a:r>
              <a:rPr lang="en-US" sz="1700" b="0" i="0" u="none" dirty="0" smtClean="0">
                <a:solidFill>
                  <a:srgbClr val="004376"/>
                </a:solidFill>
                <a:latin typeface="Palatino Linotype"/>
                <a:ea typeface="Palatino Linotype"/>
                <a:cs typeface="Palatino Linotype"/>
                <a:sym typeface="Palatino Linotype"/>
              </a:rPr>
              <a:t>1.</a:t>
            </a:r>
            <a:endParaRPr sz="1700" b="0" i="0" u="none">
              <a:solidFill>
                <a:srgbClr val="004376"/>
              </a:solidFill>
              <a:latin typeface="Palatino Linotype"/>
              <a:ea typeface="Palatino Linotype"/>
              <a:cs typeface="Palatino Linotype"/>
              <a:sym typeface="Palatino Linotype"/>
            </a:endParaRPr>
          </a:p>
        </p:txBody>
      </p:sp>
      <p:sp>
        <p:nvSpPr>
          <p:cNvPr id="291" name="Google Shape;291;p33"/>
          <p:cNvSpPr txBox="1">
            <a:spLocks noGrp="1"/>
          </p:cNvSpPr>
          <p:nvPr>
            <p:ph type="title"/>
          </p:nvPr>
        </p:nvSpPr>
        <p:spPr>
          <a:xfrm>
            <a:off x="361950" y="360362"/>
            <a:ext cx="11550600" cy="1066800"/>
          </a:xfrm>
          <a:prstGeom prst="rect">
            <a:avLst/>
          </a:prstGeom>
          <a:noFill/>
          <a:ln>
            <a:noFill/>
          </a:ln>
        </p:spPr>
        <p:txBody>
          <a:bodyPr spcFirstLastPara="1" wrap="square" lIns="91425" tIns="45700" rIns="91425" bIns="91425" anchor="b" anchorCtr="0">
            <a:normAutofit/>
          </a:bodyPr>
          <a:lstStyle/>
          <a:p>
            <a:pPr marL="0" lvl="0" indent="0" algn="ctr" rtl="0">
              <a:lnSpc>
                <a:spcPct val="100000"/>
              </a:lnSpc>
              <a:spcBef>
                <a:spcPts val="0"/>
              </a:spcBef>
              <a:spcAft>
                <a:spcPts val="0"/>
              </a:spcAft>
              <a:buClr>
                <a:srgbClr val="0E58C4"/>
              </a:buClr>
              <a:buSzPts val="4000"/>
              <a:buFont typeface="Times New Roman" panose="02020503050405090304"/>
              <a:buNone/>
            </a:pPr>
            <a:r>
              <a:rPr lang="en-US" sz="40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References (APA Style)</a:t>
            </a:r>
          </a:p>
        </p:txBody>
      </p:sp>
      <p:sp>
        <p:nvSpPr>
          <p:cNvPr id="292" name="Google Shape;292;p33"/>
          <p:cNvSpPr/>
          <p:nvPr/>
        </p:nvSpPr>
        <p:spPr>
          <a:xfrm>
            <a:off x="949325" y="1798638"/>
            <a:ext cx="10375800" cy="1549500"/>
          </a:xfrm>
          <a:prstGeom prst="rect">
            <a:avLst/>
          </a:prstGeom>
          <a:noFill/>
          <a:ln>
            <a:noFill/>
          </a:ln>
        </p:spPr>
        <p:txBody>
          <a:bodyPr spcFirstLastPara="1" wrap="square" lIns="91425" tIns="45700" rIns="91425" bIns="45700" anchor="t" anchorCtr="0">
            <a:noAutofit/>
          </a:bodyPr>
          <a:lstStyle/>
          <a:p>
            <a:r>
              <a:rPr lang="en-IN" sz="1800" dirty="0" err="1" smtClean="0">
                <a:latin typeface="Times New Roman" pitchFamily="18" charset="0"/>
                <a:cs typeface="Times New Roman" pitchFamily="18" charset="0"/>
              </a:rPr>
              <a:t>Banerjee</a:t>
            </a:r>
            <a:r>
              <a:rPr lang="en-IN" sz="1800" dirty="0" smtClean="0">
                <a:latin typeface="Times New Roman" pitchFamily="18" charset="0"/>
                <a:cs typeface="Times New Roman" pitchFamily="18" charset="0"/>
              </a:rPr>
              <a:t>, S., </a:t>
            </a:r>
            <a:r>
              <a:rPr lang="en-IN" sz="1800" dirty="0" err="1" smtClean="0">
                <a:latin typeface="Times New Roman" pitchFamily="18" charset="0"/>
                <a:cs typeface="Times New Roman" pitchFamily="18" charset="0"/>
              </a:rPr>
              <a:t>Ghosh</a:t>
            </a:r>
            <a:r>
              <a:rPr lang="en-IN" sz="1800" dirty="0" smtClean="0">
                <a:latin typeface="Times New Roman" pitchFamily="18" charset="0"/>
                <a:cs typeface="Times New Roman" pitchFamily="18" charset="0"/>
              </a:rPr>
              <a:t>, S., </a:t>
            </a:r>
            <a:r>
              <a:rPr lang="en-IN" sz="1800" dirty="0" err="1" smtClean="0">
                <a:latin typeface="Times New Roman" pitchFamily="18" charset="0"/>
                <a:cs typeface="Times New Roman" pitchFamily="18" charset="0"/>
              </a:rPr>
              <a:t>Bera</a:t>
            </a:r>
            <a:r>
              <a:rPr lang="en-IN" sz="1800" dirty="0" smtClean="0">
                <a:latin typeface="Times New Roman" pitchFamily="18" charset="0"/>
                <a:cs typeface="Times New Roman" pitchFamily="18" charset="0"/>
              </a:rPr>
              <a:t>, A., Das, R., &amp; Pal, S. (2025). Design and Implementation of Smart Dustbin for Automated Wet and Dry Waste Segregation.</a:t>
            </a:r>
            <a:endParaRPr lang="en-US" sz="1800" dirty="0" smtClean="0">
              <a:latin typeface="Times New Roman" pitchFamily="18" charset="0"/>
              <a:cs typeface="Times New Roman" pitchFamily="18" charset="0"/>
            </a:endParaRPr>
          </a:p>
          <a:p>
            <a:r>
              <a:rPr lang="en-IN" sz="1800" dirty="0" smtClean="0">
                <a:latin typeface="Times New Roman" pitchFamily="18" charset="0"/>
                <a:cs typeface="Times New Roman" pitchFamily="18" charset="0"/>
              </a:rPr>
              <a:t>2.Chitale</a:t>
            </a:r>
            <a:r>
              <a:rPr lang="en-IN" sz="1800" dirty="0" smtClean="0">
                <a:latin typeface="Times New Roman" pitchFamily="18" charset="0"/>
                <a:cs typeface="Times New Roman" pitchFamily="18" charset="0"/>
              </a:rPr>
              <a:t>, M. R., </a:t>
            </a:r>
            <a:r>
              <a:rPr lang="en-IN" sz="1800" dirty="0" err="1" smtClean="0">
                <a:latin typeface="Times New Roman" pitchFamily="18" charset="0"/>
                <a:cs typeface="Times New Roman" pitchFamily="18" charset="0"/>
              </a:rPr>
              <a:t>Chitpur</a:t>
            </a:r>
            <a:r>
              <a:rPr lang="en-IN" sz="1800" dirty="0" smtClean="0">
                <a:latin typeface="Times New Roman" pitchFamily="18" charset="0"/>
                <a:cs typeface="Times New Roman" pitchFamily="18" charset="0"/>
              </a:rPr>
              <a:t>, S. J., </a:t>
            </a:r>
            <a:r>
              <a:rPr lang="en-IN" sz="1800" dirty="0" err="1" smtClean="0">
                <a:latin typeface="Times New Roman" pitchFamily="18" charset="0"/>
                <a:cs typeface="Times New Roman" pitchFamily="18" charset="0"/>
              </a:rPr>
              <a:t>Chivate</a:t>
            </a:r>
            <a:r>
              <a:rPr lang="en-IN" sz="1800" dirty="0" smtClean="0">
                <a:latin typeface="Times New Roman" pitchFamily="18" charset="0"/>
                <a:cs typeface="Times New Roman" pitchFamily="18" charset="0"/>
              </a:rPr>
              <a:t>, A. B., </a:t>
            </a:r>
            <a:r>
              <a:rPr lang="en-IN" sz="1800" dirty="0" err="1" smtClean="0">
                <a:latin typeface="Times New Roman" pitchFamily="18" charset="0"/>
                <a:cs typeface="Times New Roman" pitchFamily="18" charset="0"/>
              </a:rPr>
              <a:t>Chopade</a:t>
            </a:r>
            <a:r>
              <a:rPr lang="en-IN" sz="1800" dirty="0" smtClean="0">
                <a:latin typeface="Times New Roman" pitchFamily="18" charset="0"/>
                <a:cs typeface="Times New Roman" pitchFamily="18" charset="0"/>
              </a:rPr>
              <a:t>, P. D., </a:t>
            </a:r>
            <a:r>
              <a:rPr lang="en-IN" sz="1800" dirty="0" err="1" smtClean="0">
                <a:latin typeface="Times New Roman" pitchFamily="18" charset="0"/>
                <a:cs typeface="Times New Roman" pitchFamily="18" charset="0"/>
              </a:rPr>
              <a:t>Deshmukh</a:t>
            </a:r>
            <a:r>
              <a:rPr lang="en-IN" sz="1800" dirty="0" smtClean="0">
                <a:latin typeface="Times New Roman" pitchFamily="18" charset="0"/>
                <a:cs typeface="Times New Roman" pitchFamily="18" charset="0"/>
              </a:rPr>
              <a:t>, S. M., &amp; </a:t>
            </a:r>
            <a:r>
              <a:rPr lang="en-IN" sz="1800" dirty="0" err="1" smtClean="0">
                <a:latin typeface="Times New Roman" pitchFamily="18" charset="0"/>
                <a:cs typeface="Times New Roman" pitchFamily="18" charset="0"/>
              </a:rPr>
              <a:t>Marathe</a:t>
            </a:r>
            <a:r>
              <a:rPr lang="en-IN" sz="1800" dirty="0" smtClean="0">
                <a:latin typeface="Times New Roman" pitchFamily="18" charset="0"/>
                <a:cs typeface="Times New Roman" pitchFamily="18" charset="0"/>
              </a:rPr>
              <a:t>, A. A. (2023, September). Automated smart waste segregation system using </a:t>
            </a:r>
            <a:r>
              <a:rPr lang="en-IN" sz="1800" dirty="0" err="1" smtClean="0">
                <a:latin typeface="Times New Roman" pitchFamily="18" charset="0"/>
                <a:cs typeface="Times New Roman" pitchFamily="18" charset="0"/>
              </a:rPr>
              <a:t>IoT</a:t>
            </a:r>
            <a:r>
              <a:rPr lang="en-IN" sz="1800" dirty="0" smtClean="0">
                <a:latin typeface="Times New Roman" pitchFamily="18" charset="0"/>
                <a:cs typeface="Times New Roman" pitchFamily="18" charset="0"/>
              </a:rPr>
              <a:t> technology. In </a:t>
            </a:r>
            <a:r>
              <a:rPr lang="en-IN" sz="1800" i="1" dirty="0" smtClean="0">
                <a:latin typeface="Times New Roman" pitchFamily="18" charset="0"/>
                <a:cs typeface="Times New Roman" pitchFamily="18" charset="0"/>
              </a:rPr>
              <a:t>Journal of Physics: Conference Series</a:t>
            </a:r>
            <a:r>
              <a:rPr lang="en-IN" sz="1800" dirty="0" smtClean="0">
                <a:latin typeface="Times New Roman" pitchFamily="18" charset="0"/>
                <a:cs typeface="Times New Roman" pitchFamily="18" charset="0"/>
              </a:rPr>
              <a:t> (Vol. 2601, No. 1, p. 012015). IOP Publishing.</a:t>
            </a:r>
            <a:endParaRPr lang="en-US" sz="1800" dirty="0" smtClean="0">
              <a:latin typeface="Times New Roman" pitchFamily="18" charset="0"/>
              <a:cs typeface="Times New Roman" pitchFamily="18" charset="0"/>
            </a:endParaRPr>
          </a:p>
          <a:p>
            <a:r>
              <a:rPr lang="en-IN" sz="1800" dirty="0" smtClean="0">
                <a:latin typeface="Times New Roman" pitchFamily="18" charset="0"/>
                <a:cs typeface="Times New Roman" pitchFamily="18" charset="0"/>
              </a:rPr>
              <a:t>3.Sadana</a:t>
            </a:r>
            <a:r>
              <a:rPr lang="en-IN" sz="1800" dirty="0" smtClean="0">
                <a:latin typeface="Times New Roman" pitchFamily="18" charset="0"/>
                <a:cs typeface="Times New Roman" pitchFamily="18" charset="0"/>
              </a:rPr>
              <a:t>, J., </a:t>
            </a:r>
            <a:r>
              <a:rPr lang="en-IN" sz="1800" dirty="0" err="1" smtClean="0">
                <a:latin typeface="Times New Roman" pitchFamily="18" charset="0"/>
                <a:cs typeface="Times New Roman" pitchFamily="18" charset="0"/>
              </a:rPr>
              <a:t>Aggarwal</a:t>
            </a:r>
            <a:r>
              <a:rPr lang="en-IN" sz="1800" dirty="0" smtClean="0">
                <a:latin typeface="Times New Roman" pitchFamily="18" charset="0"/>
                <a:cs typeface="Times New Roman" pitchFamily="18" charset="0"/>
              </a:rPr>
              <a:t>, K., </a:t>
            </a:r>
            <a:r>
              <a:rPr lang="en-IN" sz="1800" dirty="0" err="1" smtClean="0">
                <a:latin typeface="Times New Roman" pitchFamily="18" charset="0"/>
                <a:cs typeface="Times New Roman" pitchFamily="18" charset="0"/>
              </a:rPr>
              <a:t>Jindal</a:t>
            </a:r>
            <a:r>
              <a:rPr lang="en-IN" sz="1800" dirty="0" smtClean="0">
                <a:latin typeface="Times New Roman" pitchFamily="18" charset="0"/>
                <a:cs typeface="Times New Roman" pitchFamily="18" charset="0"/>
              </a:rPr>
              <a:t>, P., </a:t>
            </a:r>
            <a:r>
              <a:rPr lang="en-IN" sz="1800" dirty="0" err="1" smtClean="0">
                <a:latin typeface="Times New Roman" pitchFamily="18" charset="0"/>
                <a:cs typeface="Times New Roman" pitchFamily="18" charset="0"/>
              </a:rPr>
              <a:t>Verma</a:t>
            </a:r>
            <a:r>
              <a:rPr lang="en-IN" sz="1800" dirty="0" smtClean="0">
                <a:latin typeface="Times New Roman" pitchFamily="18" charset="0"/>
                <a:cs typeface="Times New Roman" pitchFamily="18" charset="0"/>
              </a:rPr>
              <a:t>, D., Antony, S. M., &amp; Parikh, J. (2024). A novel energy efficient model of smart dustbin for waste segregation. </a:t>
            </a:r>
            <a:r>
              <a:rPr lang="en-IN" sz="1800" i="1" dirty="0" smtClean="0">
                <a:latin typeface="Times New Roman" pitchFamily="18" charset="0"/>
                <a:cs typeface="Times New Roman" pitchFamily="18" charset="0"/>
              </a:rPr>
              <a:t>International Journal of Information Technology</a:t>
            </a:r>
            <a:r>
              <a:rPr lang="en-IN" sz="1800" dirty="0" smtClean="0">
                <a:latin typeface="Times New Roman" pitchFamily="18" charset="0"/>
                <a:cs typeface="Times New Roman" pitchFamily="18" charset="0"/>
              </a:rPr>
              <a:t>, </a:t>
            </a:r>
            <a:r>
              <a:rPr lang="en-IN" sz="1800" i="1" dirty="0" smtClean="0">
                <a:latin typeface="Times New Roman" pitchFamily="18" charset="0"/>
                <a:cs typeface="Times New Roman" pitchFamily="18" charset="0"/>
              </a:rPr>
              <a:t>16</a:t>
            </a:r>
            <a:r>
              <a:rPr lang="en-IN" sz="1800" dirty="0" smtClean="0">
                <a:latin typeface="Times New Roman" pitchFamily="18" charset="0"/>
                <a:cs typeface="Times New Roman" pitchFamily="18" charset="0"/>
              </a:rPr>
              <a:t>(4), 2263-2272.</a:t>
            </a:r>
            <a:endParaRPr lang="en-US" sz="1800" dirty="0" smtClean="0">
              <a:latin typeface="Times New Roman" pitchFamily="18" charset="0"/>
              <a:cs typeface="Times New Roman" pitchFamily="18" charset="0"/>
            </a:endParaRPr>
          </a:p>
          <a:p>
            <a:r>
              <a:rPr lang="en-IN" sz="1800" dirty="0" smtClean="0">
                <a:latin typeface="Times New Roman" pitchFamily="18" charset="0"/>
                <a:cs typeface="Times New Roman" pitchFamily="18" charset="0"/>
              </a:rPr>
              <a:t>4.Rambhia</a:t>
            </a:r>
            <a:r>
              <a:rPr lang="en-IN" sz="1800" dirty="0" smtClean="0">
                <a:latin typeface="Times New Roman" pitchFamily="18" charset="0"/>
                <a:cs typeface="Times New Roman" pitchFamily="18" charset="0"/>
              </a:rPr>
              <a:t>, V., Valera, A., Punjabi, R., &amp; </a:t>
            </a:r>
            <a:r>
              <a:rPr lang="en-IN" sz="1800" dirty="0" err="1" smtClean="0">
                <a:latin typeface="Times New Roman" pitchFamily="18" charset="0"/>
                <a:cs typeface="Times New Roman" pitchFamily="18" charset="0"/>
              </a:rPr>
              <a:t>Chachra</a:t>
            </a:r>
            <a:r>
              <a:rPr lang="en-IN" sz="1800" dirty="0" smtClean="0">
                <a:latin typeface="Times New Roman" pitchFamily="18" charset="0"/>
                <a:cs typeface="Times New Roman" pitchFamily="18" charset="0"/>
              </a:rPr>
              <a:t>, S. D. (2019). Smart dustbins-automatic segregation &amp; efficient solid waste management using </a:t>
            </a:r>
            <a:r>
              <a:rPr lang="en-IN" sz="1800" dirty="0" err="1" smtClean="0">
                <a:latin typeface="Times New Roman" pitchFamily="18" charset="0"/>
                <a:cs typeface="Times New Roman" pitchFamily="18" charset="0"/>
              </a:rPr>
              <a:t>IoT</a:t>
            </a:r>
            <a:r>
              <a:rPr lang="en-IN" sz="1800" dirty="0" smtClean="0">
                <a:latin typeface="Times New Roman" pitchFamily="18" charset="0"/>
                <a:cs typeface="Times New Roman" pitchFamily="18" charset="0"/>
              </a:rPr>
              <a:t> solutions for smart cities. </a:t>
            </a:r>
            <a:r>
              <a:rPr lang="en-IN" sz="1800" i="1" dirty="0" smtClean="0">
                <a:latin typeface="Times New Roman" pitchFamily="18" charset="0"/>
                <a:cs typeface="Times New Roman" pitchFamily="18" charset="0"/>
              </a:rPr>
              <a:t>International Journal of Engineering Research &amp; Technology (IJERT)</a:t>
            </a:r>
            <a:r>
              <a:rPr lang="en-IN" sz="1800" dirty="0" smtClean="0">
                <a:latin typeface="Times New Roman" pitchFamily="18" charset="0"/>
                <a:cs typeface="Times New Roman" pitchFamily="18" charset="0"/>
              </a:rPr>
              <a:t>, </a:t>
            </a:r>
            <a:r>
              <a:rPr lang="en-IN" sz="1800" i="1" dirty="0" smtClean="0">
                <a:latin typeface="Times New Roman" pitchFamily="18" charset="0"/>
                <a:cs typeface="Times New Roman" pitchFamily="18" charset="0"/>
              </a:rPr>
              <a:t>8</a:t>
            </a:r>
            <a:r>
              <a:rPr lang="en-IN" sz="1800" dirty="0" smtClean="0">
                <a:latin typeface="Times New Roman" pitchFamily="18" charset="0"/>
                <a:cs typeface="Times New Roman" pitchFamily="18" charset="0"/>
              </a:rPr>
              <a:t>(12), 703-707.</a:t>
            </a:r>
            <a:endParaRPr lang="en-US" sz="1800" dirty="0" smtClean="0">
              <a:latin typeface="Times New Roman" pitchFamily="18" charset="0"/>
              <a:cs typeface="Times New Roman" pitchFamily="18" charset="0"/>
            </a:endParaRPr>
          </a:p>
          <a:p>
            <a:r>
              <a:rPr lang="en-IN" sz="1800" dirty="0" err="1" smtClean="0">
                <a:latin typeface="Times New Roman" pitchFamily="18" charset="0"/>
                <a:cs typeface="Times New Roman" pitchFamily="18" charset="0"/>
              </a:rPr>
              <a:t>Sowndharya</a:t>
            </a:r>
            <a:r>
              <a:rPr lang="en-IN" sz="1800" dirty="0" smtClean="0">
                <a:latin typeface="Times New Roman" pitchFamily="18" charset="0"/>
                <a:cs typeface="Times New Roman" pitchFamily="18" charset="0"/>
              </a:rPr>
              <a:t>, V., </a:t>
            </a:r>
            <a:r>
              <a:rPr lang="en-IN" sz="1800" dirty="0" err="1" smtClean="0">
                <a:latin typeface="Times New Roman" pitchFamily="18" charset="0"/>
                <a:cs typeface="Times New Roman" pitchFamily="18" charset="0"/>
              </a:rPr>
              <a:t>Savitha</a:t>
            </a:r>
            <a:r>
              <a:rPr lang="en-IN" sz="1800" dirty="0" smtClean="0">
                <a:latin typeface="Times New Roman" pitchFamily="18" charset="0"/>
                <a:cs typeface="Times New Roman" pitchFamily="18" charset="0"/>
              </a:rPr>
              <a:t>, P., </a:t>
            </a:r>
            <a:r>
              <a:rPr lang="en-IN" sz="1800" dirty="0" err="1" smtClean="0">
                <a:latin typeface="Times New Roman" pitchFamily="18" charset="0"/>
                <a:cs typeface="Times New Roman" pitchFamily="18" charset="0"/>
              </a:rPr>
              <a:t>Rani</a:t>
            </a:r>
            <a:r>
              <a:rPr lang="en-IN" sz="1800" dirty="0" smtClean="0">
                <a:latin typeface="Times New Roman" pitchFamily="18" charset="0"/>
                <a:cs typeface="Times New Roman" pitchFamily="18" charset="0"/>
              </a:rPr>
              <a:t>, S. H. J., &amp; Ramakrishna, S. (2019). Smart waste segregation and monitoring system using </a:t>
            </a:r>
            <a:r>
              <a:rPr lang="en-IN" sz="1800" dirty="0" err="1" smtClean="0">
                <a:latin typeface="Times New Roman" pitchFamily="18" charset="0"/>
                <a:cs typeface="Times New Roman" pitchFamily="18" charset="0"/>
              </a:rPr>
              <a:t>IoT</a:t>
            </a:r>
            <a:r>
              <a:rPr lang="en-IN" sz="1800" dirty="0" smtClean="0">
                <a:latin typeface="Times New Roman" pitchFamily="18" charset="0"/>
                <a:cs typeface="Times New Roman" pitchFamily="18" charset="0"/>
              </a:rPr>
              <a:t>. </a:t>
            </a:r>
            <a:r>
              <a:rPr lang="en-IN" sz="1800" i="1" dirty="0" smtClean="0">
                <a:latin typeface="Times New Roman" pitchFamily="18" charset="0"/>
                <a:cs typeface="Times New Roman" pitchFamily="18" charset="0"/>
              </a:rPr>
              <a:t>International Research Journal of Multidisciplinary </a:t>
            </a:r>
            <a:r>
              <a:rPr lang="en-IN" sz="1800" i="1" dirty="0" err="1" smtClean="0">
                <a:latin typeface="Times New Roman" pitchFamily="18" charset="0"/>
                <a:cs typeface="Times New Roman" pitchFamily="18" charset="0"/>
              </a:rPr>
              <a:t>Technovation</a:t>
            </a:r>
            <a:r>
              <a:rPr lang="en-IN" sz="1800" dirty="0" smtClean="0">
                <a:latin typeface="Times New Roman" pitchFamily="18" charset="0"/>
                <a:cs typeface="Times New Roman" pitchFamily="18" charset="0"/>
              </a:rPr>
              <a:t>, </a:t>
            </a:r>
            <a:r>
              <a:rPr lang="en-IN" sz="1800" i="1" dirty="0" smtClean="0">
                <a:latin typeface="Times New Roman" pitchFamily="18" charset="0"/>
                <a:cs typeface="Times New Roman" pitchFamily="18" charset="0"/>
              </a:rPr>
              <a:t>1</a:t>
            </a:r>
            <a:r>
              <a:rPr lang="en-IN" sz="1800" dirty="0" smtClean="0">
                <a:latin typeface="Times New Roman" pitchFamily="18" charset="0"/>
                <a:cs typeface="Times New Roman" pitchFamily="18" charset="0"/>
              </a:rPr>
              <a:t>(2), 1-10.</a:t>
            </a:r>
            <a:endParaRPr lang="en-US" sz="1800" dirty="0" smtClean="0">
              <a:latin typeface="Times New Roman" pitchFamily="18" charset="0"/>
              <a:cs typeface="Times New Roman" pitchFamily="18" charset="0"/>
            </a:endParaRPr>
          </a:p>
          <a:p>
            <a:pPr marL="342900" marR="0" lvl="0" indent="-342900" algn="l" rtl="0">
              <a:lnSpc>
                <a:spcPct val="150000"/>
              </a:lnSpc>
              <a:spcBef>
                <a:spcPts val="0"/>
              </a:spcBef>
              <a:spcAft>
                <a:spcPts val="0"/>
              </a:spcAft>
              <a:buClr>
                <a:srgbClr val="222222"/>
              </a:buClr>
              <a:buSzPts val="1400"/>
            </a:pPr>
            <a:endParaRPr sz="1800" b="0" i="1" u="none" strike="noStrike" cap="none">
              <a:solidFill>
                <a:schemeClr val="dk1"/>
              </a:solidFill>
              <a:latin typeface="Times New Roman" pitchFamily="18" charset="0"/>
              <a:ea typeface="Times New Roman" panose="02020503050405090304"/>
              <a:cs typeface="Times New Roman" pitchFamily="18" charset="0"/>
              <a:sym typeface="Times New Roman" panose="02020503050405090304"/>
            </a:endParaRPr>
          </a:p>
          <a:p>
            <a:pPr marL="342900" marR="0" lvl="0" indent="-254000" algn="l" rtl="0">
              <a:lnSpc>
                <a:spcPct val="150000"/>
              </a:lnSpc>
              <a:spcBef>
                <a:spcPts val="0"/>
              </a:spcBef>
              <a:spcAft>
                <a:spcPts val="0"/>
              </a:spcAft>
              <a:buClr>
                <a:schemeClr val="dk1"/>
              </a:buClr>
              <a:buSzPts val="1400"/>
              <a:buFont typeface="Palatino Linotype"/>
              <a:buNone/>
            </a:pPr>
            <a:endParaRPr sz="1800" b="0" i="1" u="none" strike="noStrike" cap="none">
              <a:solidFill>
                <a:schemeClr val="dk1"/>
              </a:solidFill>
              <a:latin typeface="Times New Roman" pitchFamily="18" charset="0"/>
              <a:ea typeface="Times New Roman" panose="02020503050405090304"/>
              <a:cs typeface="Times New Roman" pitchFamily="18" charset="0"/>
              <a:sym typeface="Times New Roman" panose="02020503050405090304"/>
            </a:endParaRPr>
          </a:p>
          <a:p>
            <a:pPr marL="514350" marR="0" lvl="0" indent="-361950" algn="l" rtl="0">
              <a:lnSpc>
                <a:spcPct val="150000"/>
              </a:lnSpc>
              <a:spcBef>
                <a:spcPts val="0"/>
              </a:spcBef>
              <a:spcAft>
                <a:spcPts val="0"/>
              </a:spcAft>
              <a:buClr>
                <a:schemeClr val="dk1"/>
              </a:buClr>
              <a:buSzPts val="2400"/>
              <a:buFont typeface="Palatino Linotype"/>
              <a:buNone/>
            </a:pPr>
            <a:endParaRPr sz="1800" b="0" i="0" u="none" strike="noStrike" cap="none">
              <a:solidFill>
                <a:schemeClr val="dk1"/>
              </a:solidFill>
              <a:latin typeface="Times New Roman" pitchFamily="18" charset="0"/>
              <a:ea typeface="Times New Roman" panose="02020503050405090304"/>
              <a:cs typeface="Times New Roman" pitchFamily="18" charset="0"/>
              <a:sym typeface="Times New Roman" panose="02020503050405090304"/>
            </a:endParaRPr>
          </a:p>
        </p:txBody>
      </p:sp>
      <p:pic>
        <p:nvPicPr>
          <p:cNvPr id="293" name="Google Shape;293;p33"/>
          <p:cNvPicPr preferRelativeResize="0"/>
          <p:nvPr/>
        </p:nvPicPr>
        <p:blipFill rotWithShape="1">
          <a:blip r:embed="rId3"/>
          <a:srcRect/>
          <a:stretch>
            <a:fillRect/>
          </a:stretch>
        </p:blipFill>
        <p:spPr>
          <a:xfrm>
            <a:off x="10920412" y="158750"/>
            <a:ext cx="981075" cy="838200"/>
          </a:xfrm>
          <a:prstGeom prst="rect">
            <a:avLst/>
          </a:prstGeom>
          <a:noFill/>
          <a:ln>
            <a:noFill/>
          </a:ln>
        </p:spPr>
      </p:pic>
      <p:sp>
        <p:nvSpPr>
          <p:cNvPr id="294" name="Google Shape;294;p33"/>
          <p:cNvSpPr txBox="1"/>
          <p:nvPr/>
        </p:nvSpPr>
        <p:spPr>
          <a:xfrm>
            <a:off x="966787" y="6400800"/>
            <a:ext cx="5283300" cy="4572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Palatino Linotype"/>
              <a:ea typeface="Palatino Linotype"/>
              <a:cs typeface="Palatino Linotype"/>
              <a:sym typeface="Palatino Linotype"/>
            </a:endParaRPr>
          </a:p>
        </p:txBody>
      </p:sp>
    </p:spTree>
  </p:cSld>
  <p:clrMapOvr>
    <a:masterClrMapping/>
  </p:clrMapOvr>
  <p:transition spd="med">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99"/>
        <p:cNvGrpSpPr/>
        <p:nvPr/>
      </p:nvGrpSpPr>
      <p:grpSpPr>
        <a:xfrm>
          <a:off x="0" y="0"/>
          <a:ext cx="0" cy="0"/>
          <a:chOff x="0" y="0"/>
          <a:chExt cx="0" cy="0"/>
        </a:xfrm>
      </p:grpSpPr>
      <p:sp>
        <p:nvSpPr>
          <p:cNvPr id="301" name="Google Shape;301;p34"/>
          <p:cNvSpPr txBox="1">
            <a:spLocks noGrp="1"/>
          </p:cNvSpPr>
          <p:nvPr>
            <p:ph type="title"/>
          </p:nvPr>
        </p:nvSpPr>
        <p:spPr>
          <a:xfrm>
            <a:off x="1774825" y="2708275"/>
            <a:ext cx="9144000" cy="1066800"/>
          </a:xfrm>
          <a:prstGeom prst="rect">
            <a:avLst/>
          </a:prstGeom>
          <a:noFill/>
          <a:ln>
            <a:noFill/>
          </a:ln>
        </p:spPr>
        <p:txBody>
          <a:bodyPr spcFirstLastPara="1" wrap="square" lIns="91425" tIns="45700" rIns="91425" bIns="91425" anchor="b" anchorCtr="0">
            <a:normAutofit/>
          </a:bodyPr>
          <a:lstStyle/>
          <a:p>
            <a:pPr marL="0" lvl="0" indent="0" algn="ctr" rtl="0">
              <a:lnSpc>
                <a:spcPct val="100000"/>
              </a:lnSpc>
              <a:spcBef>
                <a:spcPts val="0"/>
              </a:spcBef>
              <a:spcAft>
                <a:spcPts val="0"/>
              </a:spcAft>
              <a:buClr>
                <a:srgbClr val="0E58C4"/>
              </a:buClr>
              <a:buSzPts val="4000"/>
              <a:buFont typeface="Times New Roman" panose="02020503050405090304"/>
              <a:buNone/>
            </a:pPr>
            <a:r>
              <a:rPr lang="en-US" sz="4000" b="0" i="0" u="none">
                <a:solidFill>
                  <a:srgbClr val="0E58C4"/>
                </a:solidFill>
                <a:latin typeface="Times New Roman" panose="02020503050405090304"/>
                <a:ea typeface="Times New Roman" panose="02020503050405090304"/>
                <a:cs typeface="Times New Roman" panose="02020503050405090304"/>
                <a:sym typeface="Times New Roman" panose="02020503050405090304"/>
              </a:rPr>
              <a:t>THANK YOU</a:t>
            </a:r>
          </a:p>
        </p:txBody>
      </p:sp>
      <p:pic>
        <p:nvPicPr>
          <p:cNvPr id="302" name="Google Shape;302;p34"/>
          <p:cNvPicPr preferRelativeResize="0"/>
          <p:nvPr/>
        </p:nvPicPr>
        <p:blipFill rotWithShape="1">
          <a:blip r:embed="rId3"/>
          <a:srcRect/>
          <a:stretch>
            <a:fillRect/>
          </a:stretch>
        </p:blipFill>
        <p:spPr>
          <a:xfrm>
            <a:off x="10920412" y="158750"/>
            <a:ext cx="981075" cy="838200"/>
          </a:xfrm>
          <a:prstGeom prst="rect">
            <a:avLst/>
          </a:prstGeom>
          <a:noFill/>
          <a:ln>
            <a:noFill/>
          </a:ln>
        </p:spPr>
      </p:pic>
      <p:sp>
        <p:nvSpPr>
          <p:cNvPr id="303" name="Google Shape;303;p34"/>
          <p:cNvSpPr txBox="1"/>
          <p:nvPr/>
        </p:nvSpPr>
        <p:spPr>
          <a:xfrm>
            <a:off x="1603375" y="5486400"/>
            <a:ext cx="5283300" cy="4572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Palatino Linotype"/>
              <a:ea typeface="Palatino Linotype"/>
              <a:cs typeface="Palatino Linotype"/>
              <a:sym typeface="Palatino Linotype"/>
            </a:endParaRPr>
          </a:p>
        </p:txBody>
      </p:sp>
    </p:spTree>
  </p:cSld>
  <p:clrMapOvr>
    <a:masterClrMapping/>
  </p:clrMapOvr>
  <p:transition spd="med">
    <p:fade/>
  </p:transition>
</p:sld>
</file>

<file path=ppt/theme/theme1.xml><?xml version="1.0" encoding="utf-8"?>
<a:theme xmlns:a="http://schemas.openxmlformats.org/drawingml/2006/main" name="1_Quarterly earnings presentation">
  <a:themeElements>
    <a:clrScheme name="Blue Warm">
      <a:dk1>
        <a:srgbClr val="000000"/>
      </a:dk1>
      <a:lt1>
        <a:srgbClr val="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Quarterly earnings presentation">
  <a:themeElements>
    <a:clrScheme name="Blue Warm">
      <a:dk1>
        <a:srgbClr val="000000"/>
      </a:dk1>
      <a:lt1>
        <a:srgbClr val="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3.xml><?xml version="1.0" encoding="utf-8"?>
<a:theme xmlns:a="http://schemas.openxmlformats.org/drawingml/2006/main" name="2_Quarterly earnings presentation">
  <a:themeElements>
    <a:clrScheme name="Blue Warm">
      <a:dk1>
        <a:srgbClr val="000000"/>
      </a:dk1>
      <a:lt1>
        <a:srgbClr val="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4.xml><?xml version="1.0" encoding="utf-8"?>
<a:theme xmlns:a="http://schemas.openxmlformats.org/drawingml/2006/main" name="3_Quarterly earnings presentation">
  <a:themeElements>
    <a:clrScheme name="Blue Warm">
      <a:dk1>
        <a:srgbClr val="000000"/>
      </a:dk1>
      <a:lt1>
        <a:srgbClr val="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5.xml><?xml version="1.0" encoding="utf-8"?>
<a:theme xmlns:a="http://schemas.openxmlformats.org/drawingml/2006/main" name="4_Quarterly earnings presentation">
  <a:themeElements>
    <a:clrScheme name="Blue Warm">
      <a:dk1>
        <a:srgbClr val="000000"/>
      </a:dk1>
      <a:lt1>
        <a:srgbClr val="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6.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55</TotalTime>
  <Words>1856</Words>
  <Application>WPS Writer</Application>
  <PresentationFormat>Custom</PresentationFormat>
  <Paragraphs>221</Paragraphs>
  <Slides>17</Slides>
  <Notes>17</Notes>
  <HiddenSlides>0</HiddenSlides>
  <MMClips>0</MMClips>
  <ScaleCrop>false</ScaleCrop>
  <HeadingPairs>
    <vt:vector size="4" baseType="variant">
      <vt:variant>
        <vt:lpstr>Theme</vt:lpstr>
      </vt:variant>
      <vt:variant>
        <vt:i4>5</vt:i4>
      </vt:variant>
      <vt:variant>
        <vt:lpstr>Slide Titles</vt:lpstr>
      </vt:variant>
      <vt:variant>
        <vt:i4>17</vt:i4>
      </vt:variant>
    </vt:vector>
  </HeadingPairs>
  <TitlesOfParts>
    <vt:vector size="22" baseType="lpstr">
      <vt:lpstr>1_Quarterly earnings presentation</vt:lpstr>
      <vt:lpstr>Quarterly earnings presentation</vt:lpstr>
      <vt:lpstr>2_Quarterly earnings presentation</vt:lpstr>
      <vt:lpstr>3_Quarterly earnings presentation</vt:lpstr>
      <vt:lpstr>4_Quarterly earnings presentation</vt:lpstr>
      <vt:lpstr>Title</vt:lpstr>
      <vt:lpstr>Outline</vt:lpstr>
      <vt:lpstr>Abstract</vt:lpstr>
      <vt:lpstr>Introduction</vt:lpstr>
      <vt:lpstr>Slide 5</vt:lpstr>
      <vt:lpstr>Literature Survey</vt:lpstr>
      <vt:lpstr>Motivation</vt:lpstr>
      <vt:lpstr>Objective</vt:lpstr>
      <vt:lpstr>Existing Method </vt:lpstr>
      <vt:lpstr>Proposed Method</vt:lpstr>
      <vt:lpstr>                                                                                                           Block diagram</vt:lpstr>
      <vt:lpstr>                                                                                                           Explanation of Proposed Work</vt:lpstr>
      <vt:lpstr>                                                                                                           Explanation of Proposed Work</vt:lpstr>
      <vt:lpstr>                                                                                                           Hardware &amp; Software Involved </vt:lpstr>
      <vt:lpstr>Application &amp; Advantages</vt:lpstr>
      <vt:lpstr>References (APA Style)</vt:lpstr>
      <vt:lpstr>THANK YOU</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Information Slide</dc:title>
  <dc:creator>HP</dc:creator>
  <cp:lastModifiedBy>HP</cp:lastModifiedBy>
  <cp:revision>11</cp:revision>
  <dcterms:created xsi:type="dcterms:W3CDTF">2025-07-16T09:51:05Z</dcterms:created>
  <dcterms:modified xsi:type="dcterms:W3CDTF">2025-12-29T16:25:15Z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50658ACC341A2AF609767768150B3F2B_43</vt:lpwstr>
  </property>
  <property fmtid="{D5CDD505-2E9C-101B-9397-08002B2CF9AE}" pid="3" name="KSOProductBuildVer">
    <vt:lpwstr>1033-6.11.0.8608</vt:lpwstr>
  </property>
</Properties>
</file>